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7" r:id="rId4"/>
  </p:sldMasterIdLst>
  <p:notesMasterIdLst>
    <p:notesMasterId r:id="rId16"/>
  </p:notesMasterIdLst>
  <p:handoutMasterIdLst>
    <p:handoutMasterId r:id="rId17"/>
  </p:handoutMasterIdLst>
  <p:sldIdLst>
    <p:sldId id="2147473256" r:id="rId5"/>
    <p:sldId id="2147473264" r:id="rId6"/>
    <p:sldId id="2147473265" r:id="rId7"/>
    <p:sldId id="2147473267" r:id="rId8"/>
    <p:sldId id="2147473268" r:id="rId9"/>
    <p:sldId id="2147473259" r:id="rId10"/>
    <p:sldId id="2147473269" r:id="rId11"/>
    <p:sldId id="2147473270" r:id="rId12"/>
    <p:sldId id="2147473271" r:id="rId13"/>
    <p:sldId id="2147473272" r:id="rId14"/>
    <p:sldId id="214747325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B"/>
    <a:srgbClr val="D9DEF4"/>
    <a:srgbClr val="B02C78"/>
    <a:srgbClr val="B0E0DD"/>
    <a:srgbClr val="2D908C"/>
    <a:srgbClr val="666666"/>
    <a:srgbClr val="D9AF00"/>
    <a:srgbClr val="B02E75"/>
    <a:srgbClr val="90C3BC"/>
    <a:srgbClr val="7FA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CB3ED-8EFE-409F-AC54-2DF657322AD5}" v="20" dt="2026-04-18T00:52:45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Amaya" userId="fe7c4b67-f4e9-4b17-b400-5ef22b118764" providerId="ADAL" clId="{6BA7C988-BD2F-4CF2-8312-709077174FCB}"/>
    <pc:docChg chg="undo custSel addSld modSld">
      <pc:chgData name="Carlos Amaya" userId="fe7c4b67-f4e9-4b17-b400-5ef22b118764" providerId="ADAL" clId="{6BA7C988-BD2F-4CF2-8312-709077174FCB}" dt="2026-04-18T00:54:07.081" v="640" actId="20577"/>
      <pc:docMkLst>
        <pc:docMk/>
      </pc:docMkLst>
      <pc:sldChg chg="addSp modSp mod">
        <pc:chgData name="Carlos Amaya" userId="fe7c4b67-f4e9-4b17-b400-5ef22b118764" providerId="ADAL" clId="{6BA7C988-BD2F-4CF2-8312-709077174FCB}" dt="2026-04-14T18:12:56.155" v="267" actId="1076"/>
        <pc:sldMkLst>
          <pc:docMk/>
          <pc:sldMk cId="2107276476" sldId="2147473259"/>
        </pc:sldMkLst>
        <pc:spChg chg="add mod">
          <ac:chgData name="Carlos Amaya" userId="fe7c4b67-f4e9-4b17-b400-5ef22b118764" providerId="ADAL" clId="{6BA7C988-BD2F-4CF2-8312-709077174FCB}" dt="2026-04-14T18:12:56.155" v="267" actId="1076"/>
          <ac:spMkLst>
            <pc:docMk/>
            <pc:sldMk cId="2107276476" sldId="2147473259"/>
            <ac:spMk id="8" creationId="{5991B547-8564-D7D7-AACC-AA0D07891D32}"/>
          </ac:spMkLst>
        </pc:spChg>
      </pc:sldChg>
      <pc:sldChg chg="addSp modSp mod">
        <pc:chgData name="Carlos Amaya" userId="fe7c4b67-f4e9-4b17-b400-5ef22b118764" providerId="ADAL" clId="{6BA7C988-BD2F-4CF2-8312-709077174FCB}" dt="2026-04-14T18:12:45.978" v="262" actId="20577"/>
        <pc:sldMkLst>
          <pc:docMk/>
          <pc:sldMk cId="3738076310" sldId="2147473264"/>
        </pc:sldMkLst>
        <pc:spChg chg="add mod">
          <ac:chgData name="Carlos Amaya" userId="fe7c4b67-f4e9-4b17-b400-5ef22b118764" providerId="ADAL" clId="{6BA7C988-BD2F-4CF2-8312-709077174FCB}" dt="2026-04-14T18:12:45.978" v="262" actId="20577"/>
          <ac:spMkLst>
            <pc:docMk/>
            <pc:sldMk cId="3738076310" sldId="2147473264"/>
            <ac:spMk id="4" creationId="{67F062CD-20A4-5DC3-7DC8-A47C3971A0C9}"/>
          </ac:spMkLst>
        </pc:spChg>
      </pc:sldChg>
      <pc:sldChg chg="addSp modSp">
        <pc:chgData name="Carlos Amaya" userId="fe7c4b67-f4e9-4b17-b400-5ef22b118764" providerId="ADAL" clId="{6BA7C988-BD2F-4CF2-8312-709077174FCB}" dt="2026-04-14T18:12:48.927" v="263"/>
        <pc:sldMkLst>
          <pc:docMk/>
          <pc:sldMk cId="2164256866" sldId="2147473265"/>
        </pc:sldMkLst>
        <pc:spChg chg="add mod">
          <ac:chgData name="Carlos Amaya" userId="fe7c4b67-f4e9-4b17-b400-5ef22b118764" providerId="ADAL" clId="{6BA7C988-BD2F-4CF2-8312-709077174FCB}" dt="2026-04-14T18:12:48.927" v="263"/>
          <ac:spMkLst>
            <pc:docMk/>
            <pc:sldMk cId="2164256866" sldId="2147473265"/>
            <ac:spMk id="4" creationId="{C873E1EC-2897-B133-B38D-336224F500F5}"/>
          </ac:spMkLst>
        </pc:spChg>
      </pc:sldChg>
      <pc:sldChg chg="addSp modSp">
        <pc:chgData name="Carlos Amaya" userId="fe7c4b67-f4e9-4b17-b400-5ef22b118764" providerId="ADAL" clId="{6BA7C988-BD2F-4CF2-8312-709077174FCB}" dt="2026-04-14T18:12:50.219" v="264"/>
        <pc:sldMkLst>
          <pc:docMk/>
          <pc:sldMk cId="3601825405" sldId="2147473267"/>
        </pc:sldMkLst>
        <pc:spChg chg="add mod">
          <ac:chgData name="Carlos Amaya" userId="fe7c4b67-f4e9-4b17-b400-5ef22b118764" providerId="ADAL" clId="{6BA7C988-BD2F-4CF2-8312-709077174FCB}" dt="2026-04-14T18:12:50.219" v="264"/>
          <ac:spMkLst>
            <pc:docMk/>
            <pc:sldMk cId="3601825405" sldId="2147473267"/>
            <ac:spMk id="6" creationId="{10E34C69-C706-6F12-80EC-1534073A5776}"/>
          </ac:spMkLst>
        </pc:spChg>
      </pc:sldChg>
      <pc:sldChg chg="addSp modSp">
        <pc:chgData name="Carlos Amaya" userId="fe7c4b67-f4e9-4b17-b400-5ef22b118764" providerId="ADAL" clId="{6BA7C988-BD2F-4CF2-8312-709077174FCB}" dt="2026-04-14T18:12:51.191" v="265"/>
        <pc:sldMkLst>
          <pc:docMk/>
          <pc:sldMk cId="2331378564" sldId="2147473268"/>
        </pc:sldMkLst>
        <pc:spChg chg="add mod">
          <ac:chgData name="Carlos Amaya" userId="fe7c4b67-f4e9-4b17-b400-5ef22b118764" providerId="ADAL" clId="{6BA7C988-BD2F-4CF2-8312-709077174FCB}" dt="2026-04-14T18:12:51.191" v="265"/>
          <ac:spMkLst>
            <pc:docMk/>
            <pc:sldMk cId="2331378564" sldId="2147473268"/>
            <ac:spMk id="4" creationId="{7FEFADB0-7933-C99B-102A-653B2494EF9A}"/>
          </ac:spMkLst>
        </pc:spChg>
      </pc:sldChg>
      <pc:sldChg chg="addSp delSp modSp mod">
        <pc:chgData name="Carlos Amaya" userId="fe7c4b67-f4e9-4b17-b400-5ef22b118764" providerId="ADAL" clId="{6BA7C988-BD2F-4CF2-8312-709077174FCB}" dt="2026-04-18T00:40:01.990" v="474" actId="20577"/>
        <pc:sldMkLst>
          <pc:docMk/>
          <pc:sldMk cId="1773037221" sldId="2147473271"/>
        </pc:sldMkLst>
        <pc:spChg chg="add del mod">
          <ac:chgData name="Carlos Amaya" userId="fe7c4b67-f4e9-4b17-b400-5ef22b118764" providerId="ADAL" clId="{6BA7C988-BD2F-4CF2-8312-709077174FCB}" dt="2026-04-18T00:37:30.711" v="279" actId="478"/>
          <ac:spMkLst>
            <pc:docMk/>
            <pc:sldMk cId="1773037221" sldId="2147473271"/>
            <ac:spMk id="2" creationId="{690342AB-F12E-5119-789C-733432C8D31E}"/>
          </ac:spMkLst>
        </pc:spChg>
        <pc:spChg chg="add del mod">
          <ac:chgData name="Carlos Amaya" userId="fe7c4b67-f4e9-4b17-b400-5ef22b118764" providerId="ADAL" clId="{6BA7C988-BD2F-4CF2-8312-709077174FCB}" dt="2026-04-18T00:37:34.885" v="281" actId="478"/>
          <ac:spMkLst>
            <pc:docMk/>
            <pc:sldMk cId="1773037221" sldId="2147473271"/>
            <ac:spMk id="3" creationId="{1F885674-EACF-D399-A1D6-149B65EAFB3C}"/>
          </ac:spMkLst>
        </pc:spChg>
        <pc:spChg chg="add del mod">
          <ac:chgData name="Carlos Amaya" userId="fe7c4b67-f4e9-4b17-b400-5ef22b118764" providerId="ADAL" clId="{6BA7C988-BD2F-4CF2-8312-709077174FCB}" dt="2026-04-18T00:39:48.283" v="410" actId="478"/>
          <ac:spMkLst>
            <pc:docMk/>
            <pc:sldMk cId="1773037221" sldId="2147473271"/>
            <ac:spMk id="8" creationId="{D0A15FF1-F289-D17A-CCFC-60B8A85AAF11}"/>
          </ac:spMkLst>
        </pc:spChg>
        <pc:spChg chg="mod">
          <ac:chgData name="Carlos Amaya" userId="fe7c4b67-f4e9-4b17-b400-5ef22b118764" providerId="ADAL" clId="{6BA7C988-BD2F-4CF2-8312-709077174FCB}" dt="2026-04-18T00:40:01.990" v="474" actId="20577"/>
          <ac:spMkLst>
            <pc:docMk/>
            <pc:sldMk cId="1773037221" sldId="2147473271"/>
            <ac:spMk id="15" creationId="{1AA78636-299A-811D-1149-3F44DF1ED71F}"/>
          </ac:spMkLst>
        </pc:spChg>
        <pc:spChg chg="del mod">
          <ac:chgData name="Carlos Amaya" userId="fe7c4b67-f4e9-4b17-b400-5ef22b118764" providerId="ADAL" clId="{6BA7C988-BD2F-4CF2-8312-709077174FCB}" dt="2026-04-18T00:39:45.898" v="409" actId="478"/>
          <ac:spMkLst>
            <pc:docMk/>
            <pc:sldMk cId="1773037221" sldId="2147473271"/>
            <ac:spMk id="16" creationId="{B1D270D4-7E55-A75F-958E-8CB5947DAFA7}"/>
          </ac:spMkLst>
        </pc:spChg>
        <pc:graphicFrameChg chg="add mod">
          <ac:chgData name="Carlos Amaya" userId="fe7c4b67-f4e9-4b17-b400-5ef22b118764" providerId="ADAL" clId="{6BA7C988-BD2F-4CF2-8312-709077174FCB}" dt="2026-04-18T00:37:37.148" v="282" actId="14100"/>
          <ac:graphicFrameMkLst>
            <pc:docMk/>
            <pc:sldMk cId="1773037221" sldId="2147473271"/>
            <ac:graphicFrameMk id="4" creationId="{F5EB21C8-A990-40FC-9DD9-51C70B1115AE}"/>
          </ac:graphicFrameMkLst>
        </pc:graphicFrameChg>
        <pc:graphicFrameChg chg="add mod modGraphic">
          <ac:chgData name="Carlos Amaya" userId="fe7c4b67-f4e9-4b17-b400-5ef22b118764" providerId="ADAL" clId="{6BA7C988-BD2F-4CF2-8312-709077174FCB}" dt="2026-04-18T00:38:13.853" v="291" actId="2061"/>
          <ac:graphicFrameMkLst>
            <pc:docMk/>
            <pc:sldMk cId="1773037221" sldId="2147473271"/>
            <ac:graphicFrameMk id="5" creationId="{A324D9CA-3B7E-58E5-3F00-2598CE88B702}"/>
          </ac:graphicFrameMkLst>
        </pc:graphicFrameChg>
        <pc:graphicFrameChg chg="add mod modGraphic">
          <ac:chgData name="Carlos Amaya" userId="fe7c4b67-f4e9-4b17-b400-5ef22b118764" providerId="ADAL" clId="{6BA7C988-BD2F-4CF2-8312-709077174FCB}" dt="2026-04-18T00:39:17.867" v="313" actId="207"/>
          <ac:graphicFrameMkLst>
            <pc:docMk/>
            <pc:sldMk cId="1773037221" sldId="2147473271"/>
            <ac:graphicFrameMk id="6" creationId="{BB086169-C935-64FC-7EA1-506C8C940E5C}"/>
          </ac:graphicFrameMkLst>
        </pc:graphicFrameChg>
      </pc:sldChg>
      <pc:sldChg chg="addSp delSp modSp add mod">
        <pc:chgData name="Carlos Amaya" userId="fe7c4b67-f4e9-4b17-b400-5ef22b118764" providerId="ADAL" clId="{6BA7C988-BD2F-4CF2-8312-709077174FCB}" dt="2026-04-18T00:54:07.081" v="640" actId="20577"/>
        <pc:sldMkLst>
          <pc:docMk/>
          <pc:sldMk cId="466321683" sldId="2147473272"/>
        </pc:sldMkLst>
        <pc:spChg chg="add del mod">
          <ac:chgData name="Carlos Amaya" userId="fe7c4b67-f4e9-4b17-b400-5ef22b118764" providerId="ADAL" clId="{6BA7C988-BD2F-4CF2-8312-709077174FCB}" dt="2026-04-18T00:40:04.961" v="475" actId="478"/>
          <ac:spMkLst>
            <pc:docMk/>
            <pc:sldMk cId="466321683" sldId="2147473272"/>
            <ac:spMk id="2" creationId="{690342AB-F12E-5119-789C-733432C8D31E}"/>
          </ac:spMkLst>
        </pc:spChg>
        <pc:spChg chg="del mod">
          <ac:chgData name="Carlos Amaya" userId="fe7c4b67-f4e9-4b17-b400-5ef22b118764" providerId="ADAL" clId="{6BA7C988-BD2F-4CF2-8312-709077174FCB}" dt="2026-04-18T00:40:06.060" v="476" actId="478"/>
          <ac:spMkLst>
            <pc:docMk/>
            <pc:sldMk cId="466321683" sldId="2147473272"/>
            <ac:spMk id="3" creationId="{1F885674-EACF-D399-A1D6-149B65EAFB3C}"/>
          </ac:spMkLst>
        </pc:spChg>
        <pc:spChg chg="add del mod">
          <ac:chgData name="Carlos Amaya" userId="fe7c4b67-f4e9-4b17-b400-5ef22b118764" providerId="ADAL" clId="{6BA7C988-BD2F-4CF2-8312-709077174FCB}" dt="2026-04-18T00:53:14.043" v="490" actId="478"/>
          <ac:spMkLst>
            <pc:docMk/>
            <pc:sldMk cId="466321683" sldId="2147473272"/>
            <ac:spMk id="4" creationId="{3A404EBB-3EBB-42B7-9E6F-B121606B8716}"/>
          </ac:spMkLst>
        </pc:spChg>
        <pc:spChg chg="mod">
          <ac:chgData name="Carlos Amaya" userId="fe7c4b67-f4e9-4b17-b400-5ef22b118764" providerId="ADAL" clId="{6BA7C988-BD2F-4CF2-8312-709077174FCB}" dt="2026-04-18T00:54:07.081" v="640" actId="20577"/>
          <ac:spMkLst>
            <pc:docMk/>
            <pc:sldMk cId="466321683" sldId="2147473272"/>
            <ac:spMk id="15" creationId="{1AA78636-299A-811D-1149-3F44DF1ED71F}"/>
          </ac:spMkLst>
        </pc:spChg>
        <pc:spChg chg="del">
          <ac:chgData name="Carlos Amaya" userId="fe7c4b67-f4e9-4b17-b400-5ef22b118764" providerId="ADAL" clId="{6BA7C988-BD2F-4CF2-8312-709077174FCB}" dt="2026-04-18T00:53:11.769" v="489" actId="478"/>
          <ac:spMkLst>
            <pc:docMk/>
            <pc:sldMk cId="466321683" sldId="2147473272"/>
            <ac:spMk id="16" creationId="{B1D270D4-7E55-A75F-958E-8CB5947DAFA7}"/>
          </ac:spMkLst>
        </pc:spChg>
        <pc:graphicFrameChg chg="add mod">
          <ac:chgData name="Carlos Amaya" userId="fe7c4b67-f4e9-4b17-b400-5ef22b118764" providerId="ADAL" clId="{6BA7C988-BD2F-4CF2-8312-709077174FCB}" dt="2026-04-18T00:52:51.447" v="488" actId="14100"/>
          <ac:graphicFrameMkLst>
            <pc:docMk/>
            <pc:sldMk cId="466321683" sldId="2147473272"/>
            <ac:graphicFrameMk id="2" creationId="{E4716B6E-4D25-5EE0-1FB8-A9074ADB6670}"/>
          </ac:graphicFrameMkLst>
        </pc:graphicFrameChg>
        <pc:graphicFrameChg chg="add mod">
          <ac:chgData name="Carlos Amaya" userId="fe7c4b67-f4e9-4b17-b400-5ef22b118764" providerId="ADAL" clId="{6BA7C988-BD2F-4CF2-8312-709077174FCB}" dt="2026-04-18T00:40:10.729" v="477"/>
          <ac:graphicFrameMkLst>
            <pc:docMk/>
            <pc:sldMk cId="466321683" sldId="2147473272"/>
            <ac:graphicFrameMk id="4" creationId="{A5D01ACD-012C-A667-420C-8F86BEDB0F4B}"/>
          </ac:graphicFrameMkLst>
        </pc:graphicFrameChg>
        <pc:graphicFrameChg chg="add mod">
          <ac:chgData name="Carlos Amaya" userId="fe7c4b67-f4e9-4b17-b400-5ef22b118764" providerId="ADAL" clId="{6BA7C988-BD2F-4CF2-8312-709077174FCB}" dt="2026-04-18T00:52:31.216" v="483"/>
          <ac:graphicFrameMkLst>
            <pc:docMk/>
            <pc:sldMk cId="466321683" sldId="2147473272"/>
            <ac:graphicFrameMk id="5" creationId="{20F6F309-7507-4EC3-BC7A-1F4A3EA1437A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unnhumby.sharepoint.com/sites/dunnhumbyColombia/Shared%20Documents/General/CDS%20Colombia/CDS%20-%20Aseos/Carlos%20Amaya/Agente%20presentaciones/Template%20tablas%20y%20graficas%20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unnhumby.sharepoint.com/sites/dunnhumbyColombia/Shared%20Documents/General/CDS%20Colombia/CDS%20-%20Aseos/Carlos%20Amaya/Agente%20presentaciones/Template%20tablas%20y%20graficas%20exc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unnhumby.sharepoint.com/sites/dunnhumbyColombia/Shared%20Documents/General/CDS%20Colombia/CDS%20-%20Aseos/Carlos%20Amaya/Agente%20presentaciones/Template%20tablas%20y%20graficas%20exce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Chart Title</a:t>
            </a:r>
          </a:p>
        </c:rich>
      </c:tx>
      <c:layout>
        <c:manualLayout>
          <c:xMode val="edge"/>
          <c:yMode val="edge"/>
          <c:x val="0.39240747546517485"/>
          <c:y val="3.63515885572641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BR"/>
        </a:p>
      </c:txPr>
    </c:title>
    <c:autoTitleDeleted val="0"/>
    <c:plotArea>
      <c:layout>
        <c:manualLayout>
          <c:layoutTarget val="inner"/>
          <c:xMode val="edge"/>
          <c:yMode val="edge"/>
          <c:x val="7.7230442088133303E-2"/>
          <c:y val="0.14154674101091286"/>
          <c:w val="0.89151969969888234"/>
          <c:h val="0.639353600059536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0145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5-144D-B2FA-67D0C0DDB6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415C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5-144D-B2FA-67D0C0DDB6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38B2A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D5-144D-B2FA-67D0C0DDB66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B02C7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3D5-144D-B2FA-67D0C0DDB66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FECD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D5-144D-B2FA-67D0C0DDB66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rgbClr val="415CC7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3D5-144D-B2FA-67D0C0DDB660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rgbClr val="B0E0D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D5-144D-B2FA-67D0C0DDB660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rgbClr val="C83288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3D5-144D-B2FA-67D0C0DDB6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246792687"/>
        <c:axId val="1247768095"/>
      </c:barChart>
      <c:catAx>
        <c:axId val="1246792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BR"/>
          </a:p>
        </c:txPr>
        <c:crossAx val="1247768095"/>
        <c:crosses val="autoZero"/>
        <c:auto val="1"/>
        <c:lblAlgn val="ctr"/>
        <c:lblOffset val="100"/>
        <c:noMultiLvlLbl val="0"/>
      </c:catAx>
      <c:valAx>
        <c:axId val="124776809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46792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6277814831451156E-2"/>
          <c:y val="0.85708029479134695"/>
          <c:w val="0.91695042974699148"/>
          <c:h val="0.12422296690502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BR"/>
        </a:p>
      </c:txPr>
    </c:legend>
    <c:plotVisOnly val="1"/>
    <c:dispBlanksAs val="gap"/>
    <c:showDLblsOverMax val="0"/>
    <c:extLst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B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</a:t>
            </a:r>
          </a:p>
        </c:rich>
      </c:tx>
      <c:layout>
        <c:manualLayout>
          <c:xMode val="edge"/>
          <c:yMode val="edge"/>
          <c:x val="0.41373194905773575"/>
          <c:y val="3.6591669839649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BR"/>
        </a:p>
      </c:txPr>
    </c:title>
    <c:autoTitleDeleted val="0"/>
    <c:plotArea>
      <c:layout>
        <c:manualLayout>
          <c:layoutTarget val="inner"/>
          <c:xMode val="edge"/>
          <c:yMode val="edge"/>
          <c:x val="0.19844452175462587"/>
          <c:y val="0.1484944612732535"/>
          <c:w val="0.60713857596013532"/>
          <c:h val="0.6187564182446313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08-0C41-B8CF-CB12847CFD9A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508-0C41-B8CF-CB12847CFD9A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08-0C41-B8CF-CB12847CFD9A}"/>
              </c:ext>
            </c:extLst>
          </c:dPt>
          <c:dPt>
            <c:idx val="3"/>
            <c:bubble3D val="0"/>
            <c:spPr>
              <a:solidFill>
                <a:srgbClr val="B02C78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08-0C41-B8CF-CB12847CFD9A}"/>
              </c:ext>
            </c:extLst>
          </c:dPt>
          <c:dPt>
            <c:idx val="4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08-0C41-B8CF-CB12847CFD9A}"/>
              </c:ext>
            </c:extLst>
          </c:dPt>
          <c:dPt>
            <c:idx val="5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508-0C41-B8CF-CB12847CFD9A}"/>
              </c:ext>
            </c:extLst>
          </c:dPt>
          <c:dPt>
            <c:idx val="6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508-0C41-B8CF-CB12847CFD9A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508-0C41-B8CF-CB12847CFD9A}"/>
              </c:ext>
            </c:extLst>
          </c:dPt>
          <c:cat>
            <c:strRef>
              <c:f>Sheet1!$A$2:$A$9</c:f>
              <c:strCache>
                <c:ptCount val="8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  <c:pt idx="5">
                  <c:v>6th Qtr</c:v>
                </c:pt>
                <c:pt idx="6">
                  <c:v>7th Qtr</c:v>
                </c:pt>
                <c:pt idx="7">
                  <c:v>8th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08-0C41-B8CF-CB12847CFD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0661526679388654"/>
          <c:y val="0.80616229145745455"/>
          <c:w val="0.75549899602601567"/>
          <c:h val="0.1632679274494451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BR"/>
        </a:p>
      </c:txPr>
    </c:legend>
    <c:plotVisOnly val="1"/>
    <c:dispBlanksAs val="gap"/>
    <c:showDLblsOverMax val="0"/>
    <c:extLst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Motivadores del Cambio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'02_Marca_OUTPUT'!$C$38</c:f>
              <c:strCache>
                <c:ptCount val="1"/>
                <c:pt idx="0">
                  <c:v>Penetración</c:v>
                </c:pt>
              </c:strCache>
            </c:strRef>
          </c:tx>
          <c:spPr>
            <a:solidFill>
              <a:srgbClr val="C58CCA"/>
            </a:solidFill>
            <a:ln>
              <a:noFill/>
            </a:ln>
            <a:effectLst/>
          </c:spPr>
          <c:invertIfNegative val="0"/>
          <c:cat>
            <c:strRef>
              <c:f>'02_Marca_OUTPUT'!$B$39:$B$48</c:f>
              <c:strCache>
                <c:ptCount val="10"/>
                <c:pt idx="0">
                  <c:v>Total Axion</c:v>
                </c:pt>
                <c:pt idx="1">
                  <c:v>Total Blancox Loza Crem</c:v>
                </c:pt>
                <c:pt idx="2">
                  <c:v>Total Marca Propia</c:v>
                </c:pt>
                <c:pt idx="3">
                  <c:v>Total Dersa</c:v>
                </c:pt>
                <c:pt idx="4">
                  <c:v>Total TLD</c:v>
                </c:pt>
                <c:pt idx="5">
                  <c:v>Total Cascade</c:v>
                </c:pt>
                <c:pt idx="6">
                  <c:v>Total Lava Mil</c:v>
                </c:pt>
                <c:pt idx="7">
                  <c:v>Total Otras Marcas</c:v>
                </c:pt>
                <c:pt idx="8">
                  <c:v>Total Binner</c:v>
                </c:pt>
                <c:pt idx="9">
                  <c:v>Total Finish</c:v>
                </c:pt>
              </c:strCache>
            </c:strRef>
          </c:cat>
          <c:val>
            <c:numRef>
              <c:f>'02_Marca_OUTPUT'!$C$39:$C$48</c:f>
              <c:numCache>
                <c:formatCode>\+"$"#.##00..\ "M";\-"$"#.##00..\ "M";0</c:formatCode>
                <c:ptCount val="10"/>
                <c:pt idx="0">
                  <c:v>367720745.12919003</c:v>
                </c:pt>
                <c:pt idx="1">
                  <c:v>-193427708.90377</c:v>
                </c:pt>
                <c:pt idx="2">
                  <c:v>-120586231.02325</c:v>
                </c:pt>
                <c:pt idx="3">
                  <c:v>7022296.1289799996</c:v>
                </c:pt>
                <c:pt idx="4">
                  <c:v>-44270900.527510002</c:v>
                </c:pt>
                <c:pt idx="5">
                  <c:v>-24620250.670820002</c:v>
                </c:pt>
                <c:pt idx="6">
                  <c:v>-13992080.61712</c:v>
                </c:pt>
                <c:pt idx="7">
                  <c:v>-15611237.07244</c:v>
                </c:pt>
                <c:pt idx="8">
                  <c:v>8305092.6999000004</c:v>
                </c:pt>
                <c:pt idx="9">
                  <c:v>2296367.0714199999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70-40B0-9376-0DC2C88697F1}"/>
            </c:ext>
          </c:extLst>
        </c:ser>
        <c:ser>
          <c:idx val="1"/>
          <c:order val="1"/>
          <c:tx>
            <c:strRef>
              <c:f>'02_Marca_OUTPUT'!$D$38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76C9D8"/>
            </a:solidFill>
            <a:ln>
              <a:noFill/>
            </a:ln>
            <a:effectLst/>
          </c:spPr>
          <c:invertIfNegative val="0"/>
          <c:cat>
            <c:strRef>
              <c:f>'02_Marca_OUTPUT'!$B$39:$B$48</c:f>
              <c:strCache>
                <c:ptCount val="10"/>
                <c:pt idx="0">
                  <c:v>Total Axion</c:v>
                </c:pt>
                <c:pt idx="1">
                  <c:v>Total Blancox Loza Crem</c:v>
                </c:pt>
                <c:pt idx="2">
                  <c:v>Total Marca Propia</c:v>
                </c:pt>
                <c:pt idx="3">
                  <c:v>Total Dersa</c:v>
                </c:pt>
                <c:pt idx="4">
                  <c:v>Total TLD</c:v>
                </c:pt>
                <c:pt idx="5">
                  <c:v>Total Cascade</c:v>
                </c:pt>
                <c:pt idx="6">
                  <c:v>Total Lava Mil</c:v>
                </c:pt>
                <c:pt idx="7">
                  <c:v>Total Otras Marcas</c:v>
                </c:pt>
                <c:pt idx="8">
                  <c:v>Total Binner</c:v>
                </c:pt>
                <c:pt idx="9">
                  <c:v>Total Finish</c:v>
                </c:pt>
              </c:strCache>
            </c:strRef>
          </c:cat>
          <c:val>
            <c:numRef>
              <c:f>'02_Marca_OUTPUT'!$D$39:$D$48</c:f>
              <c:numCache>
                <c:formatCode>\+"$"#.##00..\ "M";\-"$"#.##00..\ "M";0</c:formatCode>
                <c:ptCount val="10"/>
                <c:pt idx="0">
                  <c:v>6163086.6787</c:v>
                </c:pt>
                <c:pt idx="1">
                  <c:v>-5654946.1460199999</c:v>
                </c:pt>
                <c:pt idx="2">
                  <c:v>-3903294.8337900001</c:v>
                </c:pt>
                <c:pt idx="3">
                  <c:v>-1205297.2441100001</c:v>
                </c:pt>
                <c:pt idx="4">
                  <c:v>380765.67456000001</c:v>
                </c:pt>
                <c:pt idx="5">
                  <c:v>-1005376.59321</c:v>
                </c:pt>
                <c:pt idx="6">
                  <c:v>92509.843280000001</c:v>
                </c:pt>
                <c:pt idx="7">
                  <c:v>-622214.47328999999</c:v>
                </c:pt>
                <c:pt idx="8">
                  <c:v>-274900.92927000002</c:v>
                </c:pt>
                <c:pt idx="9">
                  <c:v>-420272.89782999997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70-40B0-9376-0DC2C88697F1}"/>
            </c:ext>
          </c:extLst>
        </c:ser>
        <c:ser>
          <c:idx val="2"/>
          <c:order val="2"/>
          <c:tx>
            <c:strRef>
              <c:f>'02_Marca_OUTPUT'!$E$38</c:f>
              <c:strCache>
                <c:ptCount val="1"/>
                <c:pt idx="0">
                  <c:v>Precio Promedio</c:v>
                </c:pt>
              </c:strCache>
            </c:strRef>
          </c:tx>
          <c:spPr>
            <a:solidFill>
              <a:srgbClr val="B7D376"/>
            </a:solidFill>
            <a:ln>
              <a:noFill/>
            </a:ln>
            <a:effectLst/>
          </c:spPr>
          <c:invertIfNegative val="0"/>
          <c:cat>
            <c:strRef>
              <c:f>'02_Marca_OUTPUT'!$B$39:$B$48</c:f>
              <c:strCache>
                <c:ptCount val="10"/>
                <c:pt idx="0">
                  <c:v>Total Axion</c:v>
                </c:pt>
                <c:pt idx="1">
                  <c:v>Total Blancox Loza Crem</c:v>
                </c:pt>
                <c:pt idx="2">
                  <c:v>Total Marca Propia</c:v>
                </c:pt>
                <c:pt idx="3">
                  <c:v>Total Dersa</c:v>
                </c:pt>
                <c:pt idx="4">
                  <c:v>Total TLD</c:v>
                </c:pt>
                <c:pt idx="5">
                  <c:v>Total Cascade</c:v>
                </c:pt>
                <c:pt idx="6">
                  <c:v>Total Lava Mil</c:v>
                </c:pt>
                <c:pt idx="7">
                  <c:v>Total Otras Marcas</c:v>
                </c:pt>
                <c:pt idx="8">
                  <c:v>Total Binner</c:v>
                </c:pt>
                <c:pt idx="9">
                  <c:v>Total Finish</c:v>
                </c:pt>
              </c:strCache>
            </c:strRef>
          </c:cat>
          <c:val>
            <c:numRef>
              <c:f>'02_Marca_OUTPUT'!$E$39:$E$48</c:f>
              <c:numCache>
                <c:formatCode>\+"$"#.##00..\ "M";\-"$"#.##00..\ "M";0</c:formatCode>
                <c:ptCount val="10"/>
                <c:pt idx="0">
                  <c:v>-41859332.878559999</c:v>
                </c:pt>
                <c:pt idx="1">
                  <c:v>100867783.68002</c:v>
                </c:pt>
                <c:pt idx="2">
                  <c:v>53129501.50096</c:v>
                </c:pt>
                <c:pt idx="3">
                  <c:v>61695563.70623</c:v>
                </c:pt>
                <c:pt idx="4">
                  <c:v>56865805.788039997</c:v>
                </c:pt>
                <c:pt idx="5">
                  <c:v>30335798.287670001</c:v>
                </c:pt>
                <c:pt idx="6">
                  <c:v>12075792.11445</c:v>
                </c:pt>
                <c:pt idx="7">
                  <c:v>6496918.5206800001</c:v>
                </c:pt>
                <c:pt idx="8">
                  <c:v>-546172.31703999999</c:v>
                </c:pt>
                <c:pt idx="9">
                  <c:v>-6614753.8590599997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70-40B0-9376-0DC2C88697F1}"/>
            </c:ext>
          </c:extLst>
        </c:ser>
        <c:ser>
          <c:idx val="3"/>
          <c:order val="3"/>
          <c:tx>
            <c:strRef>
              <c:f>'02_Marca_OUTPUT'!$F$38</c:f>
              <c:strCache>
                <c:ptCount val="1"/>
                <c:pt idx="0">
                  <c:v>Clientes Supermercado</c:v>
                </c:pt>
              </c:strCache>
            </c:strRef>
          </c:tx>
          <c:spPr>
            <a:solidFill>
              <a:srgbClr val="E97E57"/>
            </a:solidFill>
            <a:ln>
              <a:noFill/>
            </a:ln>
            <a:effectLst/>
          </c:spPr>
          <c:invertIfNegative val="0"/>
          <c:cat>
            <c:strRef>
              <c:f>'02_Marca_OUTPUT'!$B$39:$B$48</c:f>
              <c:strCache>
                <c:ptCount val="10"/>
                <c:pt idx="0">
                  <c:v>Total Axion</c:v>
                </c:pt>
                <c:pt idx="1">
                  <c:v>Total Blancox Loza Crem</c:v>
                </c:pt>
                <c:pt idx="2">
                  <c:v>Total Marca Propia</c:v>
                </c:pt>
                <c:pt idx="3">
                  <c:v>Total Dersa</c:v>
                </c:pt>
                <c:pt idx="4">
                  <c:v>Total TLD</c:v>
                </c:pt>
                <c:pt idx="5">
                  <c:v>Total Cascade</c:v>
                </c:pt>
                <c:pt idx="6">
                  <c:v>Total Lava Mil</c:v>
                </c:pt>
                <c:pt idx="7">
                  <c:v>Total Otras Marcas</c:v>
                </c:pt>
                <c:pt idx="8">
                  <c:v>Total Binner</c:v>
                </c:pt>
                <c:pt idx="9">
                  <c:v>Total Finish</c:v>
                </c:pt>
              </c:strCache>
            </c:strRef>
          </c:cat>
          <c:val>
            <c:numRef>
              <c:f>'02_Marca_OUTPUT'!$F$39:$F$48</c:f>
              <c:numCache>
                <c:formatCode>\+"$"#.##00..\ "M";\-"$"#.##00..\ "M";0</c:formatCode>
                <c:ptCount val="10"/>
                <c:pt idx="0">
                  <c:v>-76014613.606089994</c:v>
                </c:pt>
                <c:pt idx="1">
                  <c:v>-31962365.964090001</c:v>
                </c:pt>
                <c:pt idx="2">
                  <c:v>-21888608.566610001</c:v>
                </c:pt>
                <c:pt idx="3">
                  <c:v>-10036737.64115</c:v>
                </c:pt>
                <c:pt idx="4">
                  <c:v>-7354045.8212900003</c:v>
                </c:pt>
                <c:pt idx="5">
                  <c:v>-3600881.0743300002</c:v>
                </c:pt>
                <c:pt idx="6">
                  <c:v>-2791828.48233</c:v>
                </c:pt>
                <c:pt idx="7">
                  <c:v>-2538976.0651400001</c:v>
                </c:pt>
                <c:pt idx="8">
                  <c:v>-1809314.52306</c:v>
                </c:pt>
                <c:pt idx="9">
                  <c:v>-1927245.15518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A70-40B0-9376-0DC2C88697F1}"/>
            </c:ext>
          </c:extLst>
        </c:ser>
        <c:ser>
          <c:idx val="4"/>
          <c:order val="4"/>
          <c:tx>
            <c:strRef>
              <c:f>'02_Marca_OUTPUT'!$G$38</c:f>
              <c:strCache>
                <c:ptCount val="1"/>
                <c:pt idx="0">
                  <c:v>Unidades x Visita</c:v>
                </c:pt>
              </c:strCache>
            </c:strRef>
          </c:tx>
          <c:spPr>
            <a:solidFill>
              <a:srgbClr val="677CD2"/>
            </a:solidFill>
            <a:ln>
              <a:noFill/>
            </a:ln>
            <a:effectLst/>
          </c:spPr>
          <c:invertIfNegative val="0"/>
          <c:cat>
            <c:strRef>
              <c:f>'02_Marca_OUTPUT'!$B$39:$B$48</c:f>
              <c:strCache>
                <c:ptCount val="10"/>
                <c:pt idx="0">
                  <c:v>Total Axion</c:v>
                </c:pt>
                <c:pt idx="1">
                  <c:v>Total Blancox Loza Crem</c:v>
                </c:pt>
                <c:pt idx="2">
                  <c:v>Total Marca Propia</c:v>
                </c:pt>
                <c:pt idx="3">
                  <c:v>Total Dersa</c:v>
                </c:pt>
                <c:pt idx="4">
                  <c:v>Total TLD</c:v>
                </c:pt>
                <c:pt idx="5">
                  <c:v>Total Cascade</c:v>
                </c:pt>
                <c:pt idx="6">
                  <c:v>Total Lava Mil</c:v>
                </c:pt>
                <c:pt idx="7">
                  <c:v>Total Otras Marcas</c:v>
                </c:pt>
                <c:pt idx="8">
                  <c:v>Total Binner</c:v>
                </c:pt>
                <c:pt idx="9">
                  <c:v>Total Finish</c:v>
                </c:pt>
              </c:strCache>
            </c:strRef>
          </c:cat>
          <c:val>
            <c:numRef>
              <c:f>'02_Marca_OUTPUT'!$G$39:$G$48</c:f>
              <c:numCache>
                <c:formatCode>\+"$"#.##00..\ "M";\-"$"#.##00..\ "M";0</c:formatCode>
                <c:ptCount val="10"/>
                <c:pt idx="0">
                  <c:v>11385838.606760001</c:v>
                </c:pt>
                <c:pt idx="1">
                  <c:v>-30914438.646129999</c:v>
                </c:pt>
                <c:pt idx="2">
                  <c:v>3883410.7626899998</c:v>
                </c:pt>
                <c:pt idx="3">
                  <c:v>-3262611.89995</c:v>
                </c:pt>
                <c:pt idx="4">
                  <c:v>1065629.8762000001</c:v>
                </c:pt>
                <c:pt idx="5">
                  <c:v>-9876692.9493099991</c:v>
                </c:pt>
                <c:pt idx="6">
                  <c:v>-110771.85829</c:v>
                </c:pt>
                <c:pt idx="7">
                  <c:v>555605.07019</c:v>
                </c:pt>
                <c:pt idx="8">
                  <c:v>2151591.0794700002</c:v>
                </c:pt>
                <c:pt idx="9">
                  <c:v>3763836.8406600002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70-40B0-9376-0DC2C88697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06670192"/>
        <c:axId val="2063329232"/>
      </c:barChart>
      <c:catAx>
        <c:axId val="200667019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2063329232"/>
        <c:crosses val="autoZero"/>
        <c:auto val="1"/>
        <c:lblAlgn val="ctr"/>
        <c:lblOffset val="100"/>
        <c:noMultiLvlLbl val="0"/>
      </c:catAx>
      <c:valAx>
        <c:axId val="2063329232"/>
        <c:scaling>
          <c:orientation val="minMax"/>
        </c:scaling>
        <c:delete val="1"/>
        <c:axPos val="t"/>
        <c:numFmt formatCode="\+&quot;$&quot;#.##00..\ &quot;M&quot;;\-&quot;$&quot;#.##00..\ &quot;M&quot;;0" sourceLinked="1"/>
        <c:majorTickMark val="none"/>
        <c:minorTickMark val="none"/>
        <c:tickLblPos val="nextTo"/>
        <c:crossAx val="2006670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Variación</a:t>
            </a:r>
            <a:r>
              <a:rPr lang="es-CO" baseline="0"/>
              <a:t> Share Ventas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'02_Marca_OUTPUT'!$P$21</c:f>
              <c:strCache>
                <c:ptCount val="1"/>
                <c:pt idx="0">
                  <c:v>Total Axion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'02_Marca_OUTPUT'!$S$21:$T$21</c:f>
              <c:numCache>
                <c:formatCode>#,#00%</c:formatCode>
                <c:ptCount val="2"/>
                <c:pt idx="0">
                  <c:v>0.42887573004210794</c:v>
                </c:pt>
                <c:pt idx="1">
                  <c:v>0.4956504809502606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DE-4BA9-99E9-86C5AACDAD68}"/>
            </c:ext>
          </c:extLst>
        </c:ser>
        <c:ser>
          <c:idx val="1"/>
          <c:order val="1"/>
          <c:tx>
            <c:strRef>
              <c:f>'02_Marca_OUTPUT'!$P$22</c:f>
              <c:strCache>
                <c:ptCount val="1"/>
                <c:pt idx="0">
                  <c:v>Total Blancox Loza Crem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'02_Marca_OUTPUT'!$S$22:$T$22</c:f>
              <c:numCache>
                <c:formatCode>#,#00%</c:formatCode>
                <c:ptCount val="2"/>
                <c:pt idx="0">
                  <c:v>0.22042774794638631</c:v>
                </c:pt>
                <c:pt idx="1">
                  <c:v>0.1755990444118688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DE-4BA9-99E9-86C5AACDAD68}"/>
            </c:ext>
          </c:extLst>
        </c:ser>
        <c:ser>
          <c:idx val="2"/>
          <c:order val="2"/>
          <c:tx>
            <c:strRef>
              <c:f>'02_Marca_OUTPUT'!$P$23</c:f>
              <c:strCache>
                <c:ptCount val="1"/>
                <c:pt idx="0">
                  <c:v>Total Marca Propia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'02_Marca_OUTPUT'!$S$23:$T$23</c:f>
              <c:numCache>
                <c:formatCode>#,#00%</c:formatCode>
                <c:ptCount val="2"/>
                <c:pt idx="0">
                  <c:v>0.16152551345606914</c:v>
                </c:pt>
                <c:pt idx="1">
                  <c:v>0.13207918069090932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DE-4BA9-99E9-86C5AACDAD68}"/>
            </c:ext>
          </c:extLst>
        </c:ser>
        <c:ser>
          <c:idx val="3"/>
          <c:order val="3"/>
          <c:tx>
            <c:strRef>
              <c:f>'02_Marca_OUTPUT'!$P$24</c:f>
              <c:strCache>
                <c:ptCount val="1"/>
                <c:pt idx="0">
                  <c:v>Total Dersa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'02_Marca_OUTPUT'!$S$24:$T$24</c:f>
              <c:numCache>
                <c:formatCode>#,#00%</c:formatCode>
                <c:ptCount val="2"/>
                <c:pt idx="0">
                  <c:v>5.3618580793861205E-2</c:v>
                </c:pt>
                <c:pt idx="1">
                  <c:v>6.8727782001308579E-2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BDE-4BA9-99E9-86C5AACDAD68}"/>
            </c:ext>
          </c:extLst>
        </c:ser>
        <c:ser>
          <c:idx val="4"/>
          <c:order val="4"/>
          <c:tx>
            <c:strRef>
              <c:f>'02_Marca_OUTPUT'!$P$25</c:f>
              <c:strCache>
                <c:ptCount val="1"/>
                <c:pt idx="0">
                  <c:v>Total TLD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'02_Marca_OUTPUT'!$S$25:$T$25</c:f>
              <c:numCache>
                <c:formatCode>#,#00%</c:formatCode>
                <c:ptCount val="2"/>
                <c:pt idx="0">
                  <c:v>4.9197977471676986E-2</c:v>
                </c:pt>
                <c:pt idx="1">
                  <c:v>5.0329636958917817E-2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BDE-4BA9-99E9-86C5AACDAD68}"/>
            </c:ext>
          </c:extLst>
        </c:ser>
        <c:ser>
          <c:idx val="5"/>
          <c:order val="5"/>
          <c:tx>
            <c:strRef>
              <c:f>'02_Marca_OUTPUT'!$P$26</c:f>
              <c:strCache>
                <c:ptCount val="1"/>
                <c:pt idx="0">
                  <c:v>Total Cascade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'02_Marca_OUTPUT'!$S$26:$T$26</c:f>
              <c:numCache>
                <c:formatCode>#,#00%</c:formatCode>
                <c:ptCount val="2"/>
                <c:pt idx="0">
                  <c:v>2.4124157354186788E-2</c:v>
                </c:pt>
                <c:pt idx="1">
                  <c:v>2.1729229313621777E-2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BDE-4BA9-99E9-86C5AACDAD68}"/>
            </c:ext>
          </c:extLst>
        </c:ser>
        <c:ser>
          <c:idx val="6"/>
          <c:order val="6"/>
          <c:tx>
            <c:strRef>
              <c:f>'02_Marca_OUTPUT'!$P$27</c:f>
              <c:strCache>
                <c:ptCount val="1"/>
                <c:pt idx="0">
                  <c:v>Total Lava Mil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'02_Marca_OUTPUT'!$S$27:$T$27</c:f>
              <c:numCache>
                <c:formatCode>#,#00%</c:formatCode>
                <c:ptCount val="2"/>
                <c:pt idx="0">
                  <c:v>1.8575223299400218E-2</c:v>
                </c:pt>
                <c:pt idx="1">
                  <c:v>1.6041414816665996E-2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DE-4BA9-99E9-86C5AACDAD68}"/>
            </c:ext>
          </c:extLst>
        </c:ser>
        <c:ser>
          <c:idx val="7"/>
          <c:order val="7"/>
          <c:tx>
            <c:strRef>
              <c:f>'02_Marca_OUTPUT'!$P$28</c:f>
              <c:strCache>
                <c:ptCount val="1"/>
                <c:pt idx="0">
                  <c:v>Total Otras Marcas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'02_Marca_OUTPUT'!$S$28:$T$28</c:f>
              <c:numCache>
                <c:formatCode>#,#00%</c:formatCode>
                <c:ptCount val="2"/>
                <c:pt idx="0">
                  <c:v>1.912535661924341E-2</c:v>
                </c:pt>
                <c:pt idx="1">
                  <c:v>1.3988215146929803E-2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BDE-4BA9-99E9-86C5AACDAD68}"/>
            </c:ext>
          </c:extLst>
        </c:ser>
        <c:ser>
          <c:idx val="8"/>
          <c:order val="8"/>
          <c:tx>
            <c:strRef>
              <c:f>'02_Marca_OUTPUT'!$P$29</c:f>
              <c:strCache>
                <c:ptCount val="1"/>
                <c:pt idx="0">
                  <c:v>Total Binner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'02_Marca_OUTPUT'!$S$29:$T$29</c:f>
              <c:numCache>
                <c:formatCode>#,#00%</c:formatCode>
                <c:ptCount val="2"/>
                <c:pt idx="0">
                  <c:v>1.0384112042901336E-2</c:v>
                </c:pt>
                <c:pt idx="1">
                  <c:v>1.3111308513401634E-2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DE-4BA9-99E9-86C5AACDAD68}"/>
            </c:ext>
          </c:extLst>
        </c:ser>
        <c:ser>
          <c:idx val="9"/>
          <c:order val="9"/>
          <c:tx>
            <c:strRef>
              <c:f>'02_Marca_OUTPUT'!$P$30</c:f>
              <c:strCache>
                <c:ptCount val="1"/>
                <c:pt idx="0">
                  <c:v>Total Finish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'02_Marca_OUTPUT'!$S$20:$T$20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'02_Marca_OUTPUT'!$S$30:$T$30</c:f>
              <c:numCache>
                <c:formatCode>#,#00%</c:formatCode>
                <c:ptCount val="2"/>
                <c:pt idx="0">
                  <c:v>1.4145600974166488E-2</c:v>
                </c:pt>
                <c:pt idx="1">
                  <c:v>1.2743707196115594E-2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BDE-4BA9-99E9-86C5AACDAD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11128864"/>
        <c:axId val="586658064"/>
      </c:barChart>
      <c:catAx>
        <c:axId val="2011128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86658064"/>
        <c:crosses val="autoZero"/>
        <c:auto val="1"/>
        <c:lblAlgn val="ctr"/>
        <c:lblOffset val="100"/>
        <c:noMultiLvlLbl val="0"/>
      </c:catAx>
      <c:valAx>
        <c:axId val="586658064"/>
        <c:scaling>
          <c:orientation val="minMax"/>
          <c:max val="1"/>
        </c:scaling>
        <c:delete val="1"/>
        <c:axPos val="l"/>
        <c:numFmt formatCode="#,#00%" sourceLinked="1"/>
        <c:majorTickMark val="none"/>
        <c:minorTickMark val="none"/>
        <c:tickLblPos val="nextTo"/>
        <c:crossAx val="2011128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7350063994698028"/>
          <c:y val="0.17064894991990615"/>
          <c:w val="0.21897757311488938"/>
          <c:h val="0.659059041602382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Variación</a:t>
            </a:r>
            <a:r>
              <a:rPr lang="es-CO" baseline="0"/>
              <a:t> Share Unidades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'02_Marca_OUTPUT'!$P$21</c:f>
              <c:strCache>
                <c:ptCount val="1"/>
                <c:pt idx="0">
                  <c:v>Total Axion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'02_Marca_OUTPUT'!$AA$21:$AB$21</c:f>
              <c:numCache>
                <c:formatCode>0.0%</c:formatCode>
                <c:ptCount val="2"/>
                <c:pt idx="0">
                  <c:v>0.29786087118896665</c:v>
                </c:pt>
                <c:pt idx="1">
                  <c:v>0.40579247552720982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D2-433A-AC86-60DF5375FBD3}"/>
            </c:ext>
          </c:extLst>
        </c:ser>
        <c:ser>
          <c:idx val="1"/>
          <c:order val="1"/>
          <c:tx>
            <c:strRef>
              <c:f>'02_Marca_OUTPUT'!$P$22</c:f>
              <c:strCache>
                <c:ptCount val="1"/>
                <c:pt idx="0">
                  <c:v>Total Blancox Loza Crem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'02_Marca_OUTPUT'!$AA$22:$AB$22</c:f>
              <c:numCache>
                <c:formatCode>0.0%</c:formatCode>
                <c:ptCount val="2"/>
                <c:pt idx="0">
                  <c:v>0.16762645311198057</c:v>
                </c:pt>
                <c:pt idx="1">
                  <c:v>0.13389563729000881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D2-433A-AC86-60DF5375FBD3}"/>
            </c:ext>
          </c:extLst>
        </c:ser>
        <c:ser>
          <c:idx val="2"/>
          <c:order val="2"/>
          <c:tx>
            <c:strRef>
              <c:f>'02_Marca_OUTPUT'!$P$23</c:f>
              <c:strCache>
                <c:ptCount val="1"/>
                <c:pt idx="0">
                  <c:v>Total Marca Propia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'02_Marca_OUTPUT'!$AA$23:$AB$23</c:f>
              <c:numCache>
                <c:formatCode>0.0%</c:formatCode>
                <c:ptCount val="2"/>
                <c:pt idx="0">
                  <c:v>0.41638231268309783</c:v>
                </c:pt>
                <c:pt idx="1">
                  <c:v>0.35219073116138777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D2-433A-AC86-60DF5375FBD3}"/>
            </c:ext>
          </c:extLst>
        </c:ser>
        <c:ser>
          <c:idx val="3"/>
          <c:order val="3"/>
          <c:tx>
            <c:strRef>
              <c:f>'02_Marca_OUTPUT'!$P$24</c:f>
              <c:strCache>
                <c:ptCount val="1"/>
                <c:pt idx="0">
                  <c:v>Total Dersa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'02_Marca_OUTPUT'!$AA$24:$AB$24</c:f>
              <c:numCache>
                <c:formatCode>0.0%</c:formatCode>
                <c:ptCount val="2"/>
                <c:pt idx="0">
                  <c:v>3.2027918070820435E-2</c:v>
                </c:pt>
                <c:pt idx="1">
                  <c:v>3.5611475628951207E-2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D2-433A-AC86-60DF5375FBD3}"/>
            </c:ext>
          </c:extLst>
        </c:ser>
        <c:ser>
          <c:idx val="4"/>
          <c:order val="4"/>
          <c:tx>
            <c:strRef>
              <c:f>'02_Marca_OUTPUT'!$P$25</c:f>
              <c:strCache>
                <c:ptCount val="1"/>
                <c:pt idx="0">
                  <c:v>Total TLD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'02_Marca_OUTPUT'!$AA$25:$AB$25</c:f>
              <c:numCache>
                <c:formatCode>0.0%</c:formatCode>
                <c:ptCount val="2"/>
                <c:pt idx="0">
                  <c:v>4.5939389882341752E-2</c:v>
                </c:pt>
                <c:pt idx="1">
                  <c:v>3.8051273662350303E-2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D2-433A-AC86-60DF5375FBD3}"/>
            </c:ext>
          </c:extLst>
        </c:ser>
        <c:ser>
          <c:idx val="5"/>
          <c:order val="5"/>
          <c:tx>
            <c:strRef>
              <c:f>'02_Marca_OUTPUT'!$P$26</c:f>
              <c:strCache>
                <c:ptCount val="1"/>
                <c:pt idx="0">
                  <c:v>Total Cascade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'02_Marca_OUTPUT'!$AA$26:$AB$26</c:f>
              <c:numCache>
                <c:formatCode>0.0%</c:formatCode>
                <c:ptCount val="2"/>
                <c:pt idx="0">
                  <c:v>3.7716172152041445E-3</c:v>
                </c:pt>
                <c:pt idx="1">
                  <c:v>2.7011337180886186E-3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4D2-433A-AC86-60DF5375FBD3}"/>
            </c:ext>
          </c:extLst>
        </c:ser>
        <c:ser>
          <c:idx val="6"/>
          <c:order val="6"/>
          <c:tx>
            <c:strRef>
              <c:f>'02_Marca_OUTPUT'!$P$27</c:f>
              <c:strCache>
                <c:ptCount val="1"/>
                <c:pt idx="0">
                  <c:v>Total Lava Mil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'02_Marca_OUTPUT'!$AA$27:$AB$27</c:f>
              <c:numCache>
                <c:formatCode>0.0%</c:formatCode>
                <c:ptCount val="2"/>
                <c:pt idx="0">
                  <c:v>1.5888003579601205E-2</c:v>
                </c:pt>
                <c:pt idx="1">
                  <c:v>1.3098703096728117E-2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D2-433A-AC86-60DF5375FBD3}"/>
            </c:ext>
          </c:extLst>
        </c:ser>
        <c:ser>
          <c:idx val="7"/>
          <c:order val="7"/>
          <c:tx>
            <c:strRef>
              <c:f>'02_Marca_OUTPUT'!$P$28</c:f>
              <c:strCache>
                <c:ptCount val="1"/>
                <c:pt idx="0">
                  <c:v>Total Otras Marcas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'02_Marca_OUTPUT'!$AA$28:$AB$28</c:f>
              <c:numCache>
                <c:formatCode>0.0%</c:formatCode>
                <c:ptCount val="2"/>
                <c:pt idx="0">
                  <c:v>1.5149886992412724E-2</c:v>
                </c:pt>
                <c:pt idx="1">
                  <c:v>1.1391043966237824E-2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4D2-433A-AC86-60DF5375FBD3}"/>
            </c:ext>
          </c:extLst>
        </c:ser>
        <c:ser>
          <c:idx val="8"/>
          <c:order val="8"/>
          <c:tx>
            <c:strRef>
              <c:f>'02_Marca_OUTPUT'!$P$29</c:f>
              <c:strCache>
                <c:ptCount val="1"/>
                <c:pt idx="0">
                  <c:v>Total Binner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'02_Marca_OUTPUT'!$AA$29:$AB$29</c:f>
              <c:numCache>
                <c:formatCode>0.0%</c:formatCode>
                <c:ptCount val="2"/>
                <c:pt idx="0">
                  <c:v>3.0616864642806184E-3</c:v>
                </c:pt>
                <c:pt idx="1">
                  <c:v>4.5165190086799353E-3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D2-433A-AC86-60DF5375FBD3}"/>
            </c:ext>
          </c:extLst>
        </c:ser>
        <c:ser>
          <c:idx val="9"/>
          <c:order val="9"/>
          <c:tx>
            <c:strRef>
              <c:f>'02_Marca_OUTPUT'!$P$30</c:f>
              <c:strCache>
                <c:ptCount val="1"/>
                <c:pt idx="0">
                  <c:v>Total Finish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'02_Marca_OUTPUT'!$AA$20:$AB$20</c:f>
              <c:strCache>
                <c:ptCount val="2"/>
                <c:pt idx="0">
                  <c:v>Share anterior</c:v>
                </c:pt>
                <c:pt idx="1">
                  <c:v>Share reciente</c:v>
                </c:pt>
              </c:strCache>
            </c:strRef>
          </c:cat>
          <c:val>
            <c:numRef>
              <c:f>'02_Marca_OUTPUT'!$AA$30:$AB$30</c:f>
              <c:numCache>
                <c:formatCode>0.0%</c:formatCode>
                <c:ptCount val="2"/>
                <c:pt idx="0">
                  <c:v>2.2918608112940646E-3</c:v>
                </c:pt>
                <c:pt idx="1">
                  <c:v>2.7510069403576111E-3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4D2-433A-AC86-60DF5375F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11128864"/>
        <c:axId val="586658064"/>
      </c:barChart>
      <c:catAx>
        <c:axId val="2011128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86658064"/>
        <c:crosses val="autoZero"/>
        <c:auto val="1"/>
        <c:lblAlgn val="ctr"/>
        <c:lblOffset val="100"/>
        <c:noMultiLvlLbl val="0"/>
      </c:catAx>
      <c:valAx>
        <c:axId val="586658064"/>
        <c:scaling>
          <c:orientation val="minMax"/>
          <c:max val="1"/>
        </c:scaling>
        <c:delete val="1"/>
        <c:axPos val="l"/>
        <c:numFmt formatCode="0.0%" sourceLinked="1"/>
        <c:majorTickMark val="none"/>
        <c:minorTickMark val="none"/>
        <c:tickLblPos val="nextTo"/>
        <c:crossAx val="2011128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CB5069-C9D2-4822-5F30-CD2C039A91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A1CE2-C24A-62C9-638F-3BD54AFA2B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03FCB-E647-0849-A873-7AD1AC797722}" type="datetimeFigureOut">
              <a:rPr lang="en-BR" smtClean="0"/>
              <a:t>04/17/2026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75A51-5719-5677-FFF7-6934CABBCD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3F93D-98A0-B214-14DF-802A5210D2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6BBFD-B703-2744-B810-5B3E32A77DA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1653986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B68CB-F2E1-3A4B-94B7-3CF2FA84B405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95BAE-5525-A240-9826-D50278B5BA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97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95BAE-5525-A240-9826-D50278B5BA4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089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D17-D4E0-E100-A49B-2CF782DA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E87D9-70B6-870A-40BA-F9C0884BE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7AB77-AFCA-8193-3251-B1B72B0B4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57367-C1F5-C561-969E-A8E1875E7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95BAE-5525-A240-9826-D50278B5BA4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868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EFCEF-FB48-3B91-F6FF-224066E07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80CA4-CE53-8B72-8948-998B0C93A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1AA6E-B76F-289F-95F0-92D60B54A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055A6-731F-01CE-CC56-22B595960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95BAE-5525-A240-9826-D50278B5BA4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23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DeepPurp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708AE2-C49B-18C9-573E-8FE8DD729B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7F5500-A6E0-5944-B134-D1CE03AFB4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5766"/>
            <a:ext cx="12192000" cy="6858000"/>
          </a:xfrm>
          <a:noFill/>
        </p:spPr>
        <p:txBody>
          <a:bodyPr lIns="900000" tIns="1440000" rIns="5652000" bIns="540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</a:t>
            </a:r>
            <a:br>
              <a:rPr lang="en-US"/>
            </a:br>
            <a:r>
              <a:rPr lang="en-US"/>
              <a:t>title goes here</a:t>
            </a:r>
            <a:endParaRPr lang="en-GB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9EAC183-7854-6849-BB27-6C56C61CB4E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2316" y="6412995"/>
            <a:ext cx="1051697" cy="232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0C2A3A-BBD1-C94C-84CC-4B911E8FD4B6}"/>
              </a:ext>
            </a:extLst>
          </p:cNvPr>
          <p:cNvSpPr txBox="1"/>
          <p:nvPr/>
        </p:nvSpPr>
        <p:spPr>
          <a:xfrm>
            <a:off x="407989" y="6330589"/>
            <a:ext cx="5383212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© 2025 dunnhumby / All rights reserved / Confidential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AD7F3A4-87FA-7AF6-0699-8CBBFAAC4D6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2316" y="6412995"/>
            <a:ext cx="1051697" cy="232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F81874-DF28-881D-CFD8-543B4495A11B}"/>
              </a:ext>
            </a:extLst>
          </p:cNvPr>
          <p:cNvSpPr txBox="1"/>
          <p:nvPr userDrawn="1"/>
        </p:nvSpPr>
        <p:spPr>
          <a:xfrm>
            <a:off x="407989" y="6330589"/>
            <a:ext cx="5383212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35C1005-35C4-3941-CAF8-018D0C48F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450" y="3597062"/>
            <a:ext cx="3973096" cy="615553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a short description, project name or audience here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9E6D3E1-1A17-C1C9-8615-96D61A48E9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450" y="4838812"/>
            <a:ext cx="1884989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YYYY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33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White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708AE2-C49B-18C9-573E-8FE8DD729B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7F5500-A6E0-5944-B134-D1CE03AFB4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5766"/>
            <a:ext cx="12192000" cy="6858000"/>
          </a:xfrm>
          <a:noFill/>
        </p:spPr>
        <p:txBody>
          <a:bodyPr lIns="900000" tIns="1440000" rIns="5652000" bIns="540000" anchor="t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Presentation </a:t>
            </a:r>
            <a:br>
              <a:rPr lang="en-US"/>
            </a:br>
            <a:r>
              <a:rPr lang="en-US"/>
              <a:t>title goes here</a:t>
            </a:r>
            <a:endParaRPr lang="en-GB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9EAC183-7854-6849-BB27-6C56C61CB4E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2316" y="6412995"/>
            <a:ext cx="1051697" cy="232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0C2A3A-BBD1-C94C-84CC-4B911E8FD4B6}"/>
              </a:ext>
            </a:extLst>
          </p:cNvPr>
          <p:cNvSpPr txBox="1"/>
          <p:nvPr/>
        </p:nvSpPr>
        <p:spPr>
          <a:xfrm>
            <a:off x="407989" y="6330589"/>
            <a:ext cx="5383212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© 2025 dunnhumby / All rights reserved / Confidential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AD7F3A4-87FA-7AF6-0699-8CBBFAAC4D6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2316" y="6412995"/>
            <a:ext cx="1051697" cy="232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F81874-DF28-881D-CFD8-543B4495A11B}"/>
              </a:ext>
            </a:extLst>
          </p:cNvPr>
          <p:cNvSpPr txBox="1"/>
          <p:nvPr userDrawn="1"/>
        </p:nvSpPr>
        <p:spPr>
          <a:xfrm>
            <a:off x="407989" y="6330589"/>
            <a:ext cx="5383212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35C1005-35C4-3941-CAF8-018D0C48F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450" y="3597062"/>
            <a:ext cx="3973096" cy="615553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a short description, project name or audience here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9E6D3E1-1A17-C1C9-8615-96D61A48E9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450" y="4838812"/>
            <a:ext cx="1884989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Month YYYY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57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Photo-WhiteFooter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EB1D14F0-755F-1A75-F796-B1A369E340D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165850"/>
          </a:xfr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Drag and drop black and white photo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7F5500-A6E0-5944-B134-D1CE03AFB4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92000" cy="6165850"/>
          </a:xfrm>
          <a:noFill/>
        </p:spPr>
        <p:txBody>
          <a:bodyPr lIns="900000"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Title here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9EAC183-7854-6849-BB27-6C56C61CB4E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2316" y="6412995"/>
            <a:ext cx="1051697" cy="232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0C2A3A-BBD1-C94C-84CC-4B911E8FD4B6}"/>
              </a:ext>
            </a:extLst>
          </p:cNvPr>
          <p:cNvSpPr txBox="1"/>
          <p:nvPr/>
        </p:nvSpPr>
        <p:spPr>
          <a:xfrm>
            <a:off x="407989" y="6330589"/>
            <a:ext cx="5383212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© 2025 dunnhumby / All rights reserved / Confidential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3148F51-B29F-EB10-A5B3-4FC5897C414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2316" y="6412995"/>
            <a:ext cx="1051697" cy="232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705C91-BD35-73B1-E650-D96F172A60A1}"/>
              </a:ext>
            </a:extLst>
          </p:cNvPr>
          <p:cNvSpPr txBox="1"/>
          <p:nvPr userDrawn="1"/>
        </p:nvSpPr>
        <p:spPr>
          <a:xfrm>
            <a:off x="407989" y="6330589"/>
            <a:ext cx="5383212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</p:spTree>
    <p:extLst>
      <p:ext uri="{BB962C8B-B14F-4D97-AF65-F5344CB8AC3E}">
        <p14:creationId xmlns:p14="http://schemas.microsoft.com/office/powerpoint/2010/main" val="96572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-Photo-Gradient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E6DECCC-E183-1F47-AC4A-7F97C79C1F4C}"/>
              </a:ext>
            </a:extLst>
          </p:cNvPr>
          <p:cNvSpPr/>
          <p:nvPr/>
        </p:nvSpPr>
        <p:spPr>
          <a:xfrm>
            <a:off x="0" y="6165850"/>
            <a:ext cx="12192000" cy="692150"/>
          </a:xfrm>
          <a:prstGeom prst="rect">
            <a:avLst/>
          </a:prstGeom>
          <a:gradFill>
            <a:gsLst>
              <a:gs pos="18000">
                <a:schemeClr val="accent1"/>
              </a:gs>
              <a:gs pos="0">
                <a:schemeClr val="accent5"/>
              </a:gs>
              <a:gs pos="6600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426C011-FEE0-E249-A723-9F1D8DE5B58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1658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Drag and drop black and white photo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7F5500-A6E0-5944-B134-D1CE03AFB4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92000" cy="6165850"/>
          </a:xfr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</p:spPr>
        <p:txBody>
          <a:bodyPr lIns="900000"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Title here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9EAC183-7854-6849-BB27-6C56C61CB4E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2316" y="6412995"/>
            <a:ext cx="1051697" cy="232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0C2A3A-BBD1-C94C-84CC-4B911E8FD4B6}"/>
              </a:ext>
            </a:extLst>
          </p:cNvPr>
          <p:cNvSpPr txBox="1"/>
          <p:nvPr/>
        </p:nvSpPr>
        <p:spPr>
          <a:xfrm>
            <a:off x="407989" y="6330589"/>
            <a:ext cx="5383212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2025 dunnhumby / All rights reserved / Confidential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3C35CA-BBA7-57D4-CDF4-933174230757}"/>
              </a:ext>
            </a:extLst>
          </p:cNvPr>
          <p:cNvSpPr/>
          <p:nvPr userDrawn="1"/>
        </p:nvSpPr>
        <p:spPr>
          <a:xfrm>
            <a:off x="0" y="6165850"/>
            <a:ext cx="12192000" cy="692150"/>
          </a:xfrm>
          <a:prstGeom prst="rect">
            <a:avLst/>
          </a:prstGeom>
          <a:gradFill>
            <a:gsLst>
              <a:gs pos="18000">
                <a:schemeClr val="accent1"/>
              </a:gs>
              <a:gs pos="0">
                <a:schemeClr val="accent5"/>
              </a:gs>
              <a:gs pos="6600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471A04-BF20-0F1E-F62C-A4B902D3A44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2316" y="6412995"/>
            <a:ext cx="1051697" cy="232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E660A9-742A-A304-43FB-3AFAF9140AAF}"/>
              </a:ext>
            </a:extLst>
          </p:cNvPr>
          <p:cNvSpPr txBox="1"/>
          <p:nvPr userDrawn="1"/>
        </p:nvSpPr>
        <p:spPr>
          <a:xfrm>
            <a:off x="407989" y="6330589"/>
            <a:ext cx="5383212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0169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DeepPurple-Icon">
    <p:bg>
      <p:bgPr>
        <a:gradFill>
          <a:gsLst>
            <a:gs pos="100000">
              <a:schemeClr val="accent5"/>
            </a:gs>
            <a:gs pos="64000">
              <a:srgbClr val="303690"/>
            </a:gs>
            <a:gs pos="86000">
              <a:schemeClr val="accent1"/>
            </a:gs>
            <a:gs pos="1000">
              <a:schemeClr val="accent4">
                <a:lumMod val="75000"/>
              </a:schemeClr>
            </a:gs>
            <a:gs pos="31000">
              <a:schemeClr val="accent4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F6FB6D0-98B0-D1A3-B22B-9DD39B6250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25EC2-8AB4-274D-85F8-D1195373BE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900000" tIns="3204000" rIns="4860000"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New section title 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82B75-4F7B-B74D-9610-FD3AA2DE41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450" y="3897313"/>
            <a:ext cx="5169550" cy="615553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Use this space to briefly introduce what this section will cover.</a:t>
            </a:r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5FFF369-4E7C-6445-D8FE-55FAC900F63E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26450" y="2032938"/>
            <a:ext cx="927750" cy="927750"/>
          </a:xfrm>
          <a:prstGeom prst="ellipse">
            <a:avLst/>
          </a:prstGeom>
          <a:solidFill>
            <a:schemeClr val="bg1"/>
          </a:solidFill>
          <a:effectLst/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Icon</a:t>
            </a:r>
            <a:endParaRPr lang="en-BR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9CD775D-DF94-2781-C637-E2DBB2D29036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96538" y="2203026"/>
            <a:ext cx="587575" cy="587575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r>
              <a:rPr lang="en-BR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932912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865">
          <p15:clr>
            <a:srgbClr val="FBAE40"/>
          </p15:clr>
        </p15:guide>
        <p15:guide id="3" pos="8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White-Icon">
    <p:bg>
      <p:bgPr>
        <a:gradFill>
          <a:gsLst>
            <a:gs pos="100000">
              <a:schemeClr val="accent5"/>
            </a:gs>
            <a:gs pos="64000">
              <a:srgbClr val="303690"/>
            </a:gs>
            <a:gs pos="86000">
              <a:schemeClr val="accent1"/>
            </a:gs>
            <a:gs pos="1000">
              <a:schemeClr val="accent4">
                <a:lumMod val="75000"/>
              </a:schemeClr>
            </a:gs>
            <a:gs pos="31000">
              <a:schemeClr val="accent4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F6FB6D0-98B0-D1A3-B22B-9DD39B6250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25EC2-8AB4-274D-85F8-D1195373BE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lIns="900000" tIns="3204000" rIns="4860000"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New section title 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82B75-4F7B-B74D-9610-FD3AA2DE41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450" y="3897313"/>
            <a:ext cx="5169550" cy="615553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space to briefly introduce what this section will cover.</a:t>
            </a:r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5FFF369-4E7C-6445-D8FE-55FAC900F63E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26450" y="2032938"/>
            <a:ext cx="927750" cy="927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Icon</a:t>
            </a:r>
            <a:endParaRPr lang="en-BR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9CD775D-DF94-2781-C637-E2DBB2D29036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96538" y="2203026"/>
            <a:ext cx="587575" cy="587575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r>
              <a:rPr lang="en-BR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0060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865">
          <p15:clr>
            <a:srgbClr val="FBAE40"/>
          </p15:clr>
        </p15:guide>
        <p15:guide id="3" pos="8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-DeepPurple-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A62FB5F-C0DE-54C4-28D7-BB2BD7DF33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Drag and drop black and white 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25EC2-8AB4-274D-85F8-D1195373BE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gradFill>
            <a:gsLst>
              <a:gs pos="22000">
                <a:schemeClr val="accent4"/>
              </a:gs>
              <a:gs pos="84000">
                <a:schemeClr val="accent4">
                  <a:alpha val="0"/>
                </a:schemeClr>
              </a:gs>
            </a:gsLst>
            <a:lin ang="21594000" scaled="0"/>
          </a:gradFill>
        </p:spPr>
        <p:txBody>
          <a:bodyPr lIns="900000" tIns="3204000" rIns="4860000"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New section title 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82B75-4F7B-B74D-9610-FD3AA2DE41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450" y="3897313"/>
            <a:ext cx="5169550" cy="615553"/>
          </a:xfrm>
        </p:spPr>
        <p:txBody>
          <a:bodyPr wrap="square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Use this space to briefly introduce what this section will cover.</a:t>
            </a:r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5FFF369-4E7C-6445-D8FE-55FAC900F63E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26450" y="2032938"/>
            <a:ext cx="927750" cy="927750"/>
          </a:xfrm>
          <a:prstGeom prst="ellipse">
            <a:avLst/>
          </a:prstGeom>
          <a:solidFill>
            <a:schemeClr val="bg1"/>
          </a:solidFill>
          <a:effectLst/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Icon</a:t>
            </a:r>
            <a:endParaRPr lang="en-BR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9CD775D-DF94-2781-C637-E2DBB2D29036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96538" y="2203026"/>
            <a:ext cx="587575" cy="587575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r>
              <a:rPr lang="en-BR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404751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865">
          <p15:clr>
            <a:srgbClr val="FBAE40"/>
          </p15:clr>
        </p15:guide>
        <p15:guide id="3" pos="8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E593F00-07A9-6B45-8E25-4345204F7D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Drag and drop black and white 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25EC2-8AB4-274D-85F8-D1195373BE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solidFill>
            <a:schemeClr val="tx1">
              <a:alpha val="30000"/>
            </a:schemeClr>
          </a:solidFill>
        </p:spPr>
        <p:txBody>
          <a:bodyPr lIns="900000" tIns="720000" rIns="1080000" bIns="72000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825650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-Photo-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E593F00-07A9-6B45-8E25-4345204F7D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Drag and drop black and white 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25EC2-8AB4-274D-85F8-D1195373BE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solidFill>
            <a:schemeClr val="tx1">
              <a:alpha val="30139"/>
            </a:schemeClr>
          </a:solidFill>
        </p:spPr>
        <p:txBody>
          <a:bodyPr lIns="720000" tIns="3240000" rIns="72000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26232-1C0A-C824-B816-6822A47CB84B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5556000" y="1740926"/>
            <a:ext cx="1080000" cy="1080000"/>
          </a:xfrm>
          <a:prstGeom prst="ellipse">
            <a:avLst/>
          </a:prstGeom>
          <a:solidFill>
            <a:schemeClr val="bg1"/>
          </a:solidFill>
          <a:effectLst>
            <a:outerShdw blurRad="381000" sx="102000" sy="102000" algn="ctr" rotWithShape="0">
              <a:srgbClr val="000000">
                <a:alpha val="10000"/>
              </a:srgb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Icon</a:t>
            </a:r>
            <a:endParaRPr lang="en-BR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233D0-ADCA-982F-D129-6DEFA444449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754000" y="1938926"/>
            <a:ext cx="684000" cy="684000"/>
          </a:xfrm>
        </p:spPr>
        <p:txBody>
          <a:bodyPr anchor="ctr"/>
          <a:lstStyle>
            <a:lvl1pPr marL="0" indent="0" algn="ctr">
              <a:buNone/>
              <a:defRPr b="1"/>
            </a:lvl1pPr>
          </a:lstStyle>
          <a:p>
            <a:r>
              <a:rPr lang="en-BR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17765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8 Topics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3BCCD4-9ABB-863D-FD74-01CD216AF616}"/>
              </a:ext>
            </a:extLst>
          </p:cNvPr>
          <p:cNvSpPr/>
          <p:nvPr userDrawn="1"/>
        </p:nvSpPr>
        <p:spPr>
          <a:xfrm>
            <a:off x="0" y="2120670"/>
            <a:ext cx="12192000" cy="297384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5E41298-B1D1-6B63-88FD-E82C66197E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8802" y="1074420"/>
            <a:ext cx="1995488" cy="2213066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lIns="144000" tIns="720000" rIns="14400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/>
              <a:t>Click to add text</a:t>
            </a:r>
            <a:endParaRPr lang="en-BR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FD3EE449-9520-FB5F-BD3A-30D3362EB3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7988" y="2973171"/>
            <a:ext cx="2477495" cy="597343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BR"/>
          </a:p>
        </p:txBody>
      </p:sp>
      <p:sp>
        <p:nvSpPr>
          <p:cNvPr id="75" name="Text Placeholder 43">
            <a:extLst>
              <a:ext uri="{FF2B5EF4-FFF2-40B4-BE49-F238E27FC236}">
                <a16:creationId xmlns:a16="http://schemas.microsoft.com/office/drawing/2014/main" id="{6C46D5A9-5619-ABDC-3AB3-DBC57F5C0DB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88663" y="1074420"/>
            <a:ext cx="1995488" cy="2213066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lIns="144000" tIns="720000" rIns="14400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/>
              <a:t>Click to add text</a:t>
            </a:r>
            <a:endParaRPr lang="en-BR"/>
          </a:p>
        </p:txBody>
      </p:sp>
      <p:sp>
        <p:nvSpPr>
          <p:cNvPr id="79" name="Text Placeholder 43">
            <a:extLst>
              <a:ext uri="{FF2B5EF4-FFF2-40B4-BE49-F238E27FC236}">
                <a16:creationId xmlns:a16="http://schemas.microsoft.com/office/drawing/2014/main" id="{CF9E2E29-353D-D9B2-33EB-D3A441937F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88524" y="1074420"/>
            <a:ext cx="1995488" cy="2213066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lIns="144000" tIns="720000" rIns="14400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/>
              <a:t>Click to add text</a:t>
            </a:r>
            <a:endParaRPr lang="en-BR"/>
          </a:p>
        </p:txBody>
      </p:sp>
      <p:sp>
        <p:nvSpPr>
          <p:cNvPr id="83" name="Text Placeholder 43">
            <a:extLst>
              <a:ext uri="{FF2B5EF4-FFF2-40B4-BE49-F238E27FC236}">
                <a16:creationId xmlns:a16="http://schemas.microsoft.com/office/drawing/2014/main" id="{98A0CD03-ACCB-8933-9E07-0D7EB2AB08F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88802" y="3570514"/>
            <a:ext cx="1995488" cy="2213066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lIns="144000" tIns="720000" rIns="14400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/>
              <a:t>Click to add text</a:t>
            </a:r>
            <a:endParaRPr lang="en-BR"/>
          </a:p>
        </p:txBody>
      </p:sp>
      <p:sp>
        <p:nvSpPr>
          <p:cNvPr id="87" name="Text Placeholder 43">
            <a:extLst>
              <a:ext uri="{FF2B5EF4-FFF2-40B4-BE49-F238E27FC236}">
                <a16:creationId xmlns:a16="http://schemas.microsoft.com/office/drawing/2014/main" id="{E3140F1E-1A55-34E2-3D2F-351BF944EF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88663" y="3570514"/>
            <a:ext cx="1995488" cy="2213066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lIns="144000" tIns="720000" rIns="14400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/>
              <a:t>Click to add text</a:t>
            </a:r>
            <a:endParaRPr lang="en-BR"/>
          </a:p>
        </p:txBody>
      </p:sp>
      <p:sp>
        <p:nvSpPr>
          <p:cNvPr id="91" name="Text Placeholder 43">
            <a:extLst>
              <a:ext uri="{FF2B5EF4-FFF2-40B4-BE49-F238E27FC236}">
                <a16:creationId xmlns:a16="http://schemas.microsoft.com/office/drawing/2014/main" id="{13EE5D10-F95D-24DE-3D5B-2E1F7F2FB8A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788524" y="3570514"/>
            <a:ext cx="1995488" cy="2213066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lIns="144000" tIns="720000" rIns="14400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/>
              <a:t>Click to add text</a:t>
            </a:r>
            <a:endParaRPr lang="en-BR"/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E06E153-C5CC-CCC4-545B-96DEBC7911C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185248" y="1074420"/>
            <a:ext cx="1995488" cy="2213066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lIns="144000" tIns="720000" rIns="14400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/>
              <a:t>Click to add text</a:t>
            </a:r>
            <a:endParaRPr lang="en-BR"/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954022C2-D0BD-474F-1004-F401FEA9364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185248" y="3570514"/>
            <a:ext cx="1995488" cy="2213066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lIns="144000" tIns="720000" rIns="14400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/>
              <a:t>Click to add text</a:t>
            </a:r>
            <a:endParaRPr lang="en-BR"/>
          </a:p>
        </p:txBody>
      </p:sp>
      <p:sp>
        <p:nvSpPr>
          <p:cNvPr id="9" name="Text Placeholder 45">
            <a:extLst>
              <a:ext uri="{FF2B5EF4-FFF2-40B4-BE49-F238E27FC236}">
                <a16:creationId xmlns:a16="http://schemas.microsoft.com/office/drawing/2014/main" id="{7C9504DE-DC49-8836-6649-0171260126E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35960" y="1329940"/>
            <a:ext cx="410764" cy="410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BR"/>
              <a:t>N</a:t>
            </a:r>
          </a:p>
        </p:txBody>
      </p:sp>
      <p:sp>
        <p:nvSpPr>
          <p:cNvPr id="11" name="Text Placeholder 72">
            <a:extLst>
              <a:ext uri="{FF2B5EF4-FFF2-40B4-BE49-F238E27FC236}">
                <a16:creationId xmlns:a16="http://schemas.microsoft.com/office/drawing/2014/main" id="{CD16E0B3-6912-632A-0563-E41A06E4A74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07988" y="3679506"/>
            <a:ext cx="2477495" cy="30849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copy</a:t>
            </a:r>
            <a:endParaRPr lang="en-BR"/>
          </a:p>
        </p:txBody>
      </p:sp>
      <p:sp>
        <p:nvSpPr>
          <p:cNvPr id="3" name="Text Placeholder 45">
            <a:extLst>
              <a:ext uri="{FF2B5EF4-FFF2-40B4-BE49-F238E27FC236}">
                <a16:creationId xmlns:a16="http://schemas.microsoft.com/office/drawing/2014/main" id="{13CC13C3-D28A-F2E8-C9F9-F356B893DFD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639699" y="1329940"/>
            <a:ext cx="410764" cy="410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BR"/>
              <a:t>N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EF2E4D0B-2A52-9A18-0E63-62C3E950036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44696" y="1329940"/>
            <a:ext cx="410764" cy="410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BR"/>
              <a:t>N</a:t>
            </a:r>
          </a:p>
        </p:txBody>
      </p:sp>
      <p:sp>
        <p:nvSpPr>
          <p:cNvPr id="12" name="Text Placeholder 45">
            <a:extLst>
              <a:ext uri="{FF2B5EF4-FFF2-40B4-BE49-F238E27FC236}">
                <a16:creationId xmlns:a16="http://schemas.microsoft.com/office/drawing/2014/main" id="{1B55E85E-14F9-54C5-F20A-43814C81D2D1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043114" y="1329940"/>
            <a:ext cx="410764" cy="410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BR"/>
              <a:t>N</a:t>
            </a:r>
          </a:p>
        </p:txBody>
      </p:sp>
      <p:sp>
        <p:nvSpPr>
          <p:cNvPr id="13" name="Text Placeholder 45">
            <a:extLst>
              <a:ext uri="{FF2B5EF4-FFF2-40B4-BE49-F238E27FC236}">
                <a16:creationId xmlns:a16="http://schemas.microsoft.com/office/drawing/2014/main" id="{C9C0D7E6-4FE8-00FB-E655-25691D60083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435960" y="3826955"/>
            <a:ext cx="410764" cy="410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BR"/>
              <a:t>N</a:t>
            </a:r>
          </a:p>
        </p:txBody>
      </p:sp>
      <p:sp>
        <p:nvSpPr>
          <p:cNvPr id="14" name="Text Placeholder 45">
            <a:extLst>
              <a:ext uri="{FF2B5EF4-FFF2-40B4-BE49-F238E27FC236}">
                <a16:creationId xmlns:a16="http://schemas.microsoft.com/office/drawing/2014/main" id="{83189A20-CB6D-9174-6FE8-82EAD2E3AE1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639699" y="3826955"/>
            <a:ext cx="410764" cy="410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BR"/>
              <a:t>N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0251B26C-8842-EE0B-7C34-B818EB365E7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844696" y="3826955"/>
            <a:ext cx="410764" cy="410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BR"/>
              <a:t>N</a:t>
            </a:r>
          </a:p>
        </p:txBody>
      </p:sp>
      <p:sp>
        <p:nvSpPr>
          <p:cNvPr id="16" name="Text Placeholder 45">
            <a:extLst>
              <a:ext uri="{FF2B5EF4-FFF2-40B4-BE49-F238E27FC236}">
                <a16:creationId xmlns:a16="http://schemas.microsoft.com/office/drawing/2014/main" id="{3F42730F-B390-FFD4-4DBD-21C4B74F55E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043114" y="3826955"/>
            <a:ext cx="410764" cy="4107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</a:lstStyle>
          <a:p>
            <a:pPr lvl="0"/>
            <a:r>
              <a:rPr lang="en-BR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61242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CC8D93-65D4-63ED-FAC0-1F58849EAF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91999" y="-16260"/>
            <a:ext cx="7200001" cy="68742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4140200" cy="475297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0FEC7A23-665F-71C8-F3C7-6906FBEFE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4140200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Agenda title</a:t>
            </a:r>
          </a:p>
        </p:txBody>
      </p:sp>
    </p:spTree>
    <p:extLst>
      <p:ext uri="{BB962C8B-B14F-4D97-AF65-F5344CB8AC3E}">
        <p14:creationId xmlns:p14="http://schemas.microsoft.com/office/powerpoint/2010/main" val="1339281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C65367-E563-99A1-2850-D48B484DFF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1049"/>
          <a:stretch>
            <a:fillRect/>
          </a:stretch>
        </p:blipFill>
        <p:spPr>
          <a:xfrm>
            <a:off x="4992000" y="0"/>
            <a:ext cx="7995580" cy="686826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4140200" cy="475297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E776FC2F-1431-2C30-257D-8FBF0C402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4140200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Agenda title</a:t>
            </a:r>
          </a:p>
        </p:txBody>
      </p:sp>
    </p:spTree>
    <p:extLst>
      <p:ext uri="{BB962C8B-B14F-4D97-AF65-F5344CB8AC3E}">
        <p14:creationId xmlns:p14="http://schemas.microsoft.com/office/powerpoint/2010/main" val="2841096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CE6418-D336-466B-F368-C05C7DBDE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92000" y="0"/>
            <a:ext cx="7933586" cy="685799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4140200" cy="475297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3BAF4CDF-656B-2716-0BFE-B01A49455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4140200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Agenda title</a:t>
            </a:r>
          </a:p>
        </p:txBody>
      </p:sp>
    </p:spTree>
    <p:extLst>
      <p:ext uri="{BB962C8B-B14F-4D97-AF65-F5344CB8AC3E}">
        <p14:creationId xmlns:p14="http://schemas.microsoft.com/office/powerpoint/2010/main" val="174430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F8F2C7-33BB-C040-A237-49A2DE31D8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16" cy="276999"/>
          </a:xfrm>
        </p:spPr>
        <p:txBody>
          <a:bodyPr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E64D3FE-61DF-4347-B0A7-30AB38DE1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17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FCA2DE-2885-2B45-966D-74463BBF66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7" y="1412875"/>
            <a:ext cx="11376025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698077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F8F2C7-33BB-C040-A237-49A2DE31D8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16" cy="276999"/>
          </a:xfrm>
        </p:spPr>
        <p:txBody>
          <a:bodyPr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E64D3FE-61DF-4347-B0A7-30AB38DE1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17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FCA2DE-2885-2B45-966D-74463BBF66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7" y="1412875"/>
            <a:ext cx="11376025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823194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- White Box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EEACFB-0089-34F2-3D79-779F1D7270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412875"/>
            <a:ext cx="11376025" cy="4752975"/>
          </a:xfrm>
          <a:prstGeom prst="roundRect">
            <a:avLst>
              <a:gd name="adj" fmla="val 6233"/>
            </a:avLst>
          </a:prstGeom>
          <a:solidFill>
            <a:schemeClr val="bg1"/>
          </a:solidFill>
          <a:effectLst/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F4A4B0F-6C06-2DBB-D9D4-7A9CFE7A3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222" y="1717991"/>
            <a:ext cx="10727473" cy="418170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/>
              <a:t>Click to edit text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8BC41DC-9931-DCB8-3596-6BB76FC6D5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16" cy="276999"/>
          </a:xfrm>
        </p:spPr>
        <p:txBody>
          <a:bodyPr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8670F7A5-B38A-F30B-8207-D8C1E9450B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17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782524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Header_Title and Sub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A9424D-BF69-E7DE-9795-1D4A41DCD0DD}"/>
              </a:ext>
            </a:extLst>
          </p:cNvPr>
          <p:cNvSpPr/>
          <p:nvPr/>
        </p:nvSpPr>
        <p:spPr>
          <a:xfrm flipV="1">
            <a:off x="0" y="2152185"/>
            <a:ext cx="12192000" cy="4705815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83F5491-458B-1684-3D15-F3B6FEB49D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412875"/>
            <a:ext cx="11376025" cy="4752975"/>
          </a:xfrm>
          <a:prstGeom prst="roundRect">
            <a:avLst>
              <a:gd name="adj" fmla="val 4367"/>
            </a:avLst>
          </a:prstGeom>
          <a:solidFill>
            <a:schemeClr val="bg1"/>
          </a:solidFill>
          <a:effectLst/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EF63D67-B0C0-BC80-C304-B22004C2B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222" y="1717991"/>
            <a:ext cx="10727473" cy="418170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/>
              <a:t>Click to edit text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13EA5A-5920-C8F7-1FB8-6EFA0E3CFD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16" cy="276999"/>
          </a:xfrm>
        </p:spPr>
        <p:txBody>
          <a:bodyPr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E589A82D-5F7A-13B4-D44D-BC838ED4F0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17" cy="369332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A11975-9748-7AF1-6F31-A11CCD455429}"/>
              </a:ext>
            </a:extLst>
          </p:cNvPr>
          <p:cNvCxnSpPr/>
          <p:nvPr userDrawn="1"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84DA4BEA-84C1-2034-1250-7CEDEFB8662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538075-6B1A-8582-C6C9-C9D6B8C966A8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FDF0E-AD85-A4D1-BB6D-C021186965C1}"/>
              </a:ext>
            </a:extLst>
          </p:cNvPr>
          <p:cNvSpPr txBox="1"/>
          <p:nvPr userDrawn="1"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/>
              <a:t>‹#›</a:t>
            </a:fld>
            <a:endParaRPr lang="en-GB" sz="1000" err="1"/>
          </a:p>
        </p:txBody>
      </p:sp>
    </p:spTree>
    <p:extLst>
      <p:ext uri="{BB962C8B-B14F-4D97-AF65-F5344CB8AC3E}">
        <p14:creationId xmlns:p14="http://schemas.microsoft.com/office/powerpoint/2010/main" val="2710442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Footer, Title and sub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1344;p38">
            <a:extLst>
              <a:ext uri="{FF2B5EF4-FFF2-40B4-BE49-F238E27FC236}">
                <a16:creationId xmlns:a16="http://schemas.microsoft.com/office/drawing/2014/main" id="{AF564E62-4126-0845-AF27-89BDA0DEAA4F}"/>
              </a:ext>
            </a:extLst>
          </p:cNvPr>
          <p:cNvSpPr/>
          <p:nvPr/>
        </p:nvSpPr>
        <p:spPr>
          <a:xfrm flipV="1">
            <a:off x="0" y="0"/>
            <a:ext cx="12192000" cy="5300951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A920C4A-1C4F-8BCB-7AD6-45922D17BD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412875"/>
            <a:ext cx="11376025" cy="4752975"/>
          </a:xfrm>
          <a:prstGeom prst="roundRect">
            <a:avLst>
              <a:gd name="adj" fmla="val 4367"/>
            </a:avLst>
          </a:prstGeom>
          <a:solidFill>
            <a:schemeClr val="bg1"/>
          </a:solidFill>
          <a:effectLst/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918CE6A-BD9A-8B4D-9CDD-160B0210999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2A91F9-CCA6-6C4E-B89F-77D9F4370FFA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3C0427-F25A-BC4C-A383-F87B0E6E517F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50ED48-44FB-1191-74CB-5A039EDD16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222" y="1717991"/>
            <a:ext cx="10727473" cy="418170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GB"/>
              <a:t>Click to edit text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356EF-78F1-1604-A573-67D7EEBA148F}"/>
              </a:ext>
            </a:extLst>
          </p:cNvPr>
          <p:cNvSpPr txBox="1"/>
          <p:nvPr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2025 dunnhumby / All rights reserved / Confidential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CC73420-3E1B-773C-337C-A84F7A1DDAE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E4E96A-51AF-27E8-8411-DCB350841F5C}"/>
              </a:ext>
            </a:extLst>
          </p:cNvPr>
          <p:cNvCxnSpPr/>
          <p:nvPr userDrawn="1"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BE18F8-D2A7-26CF-63DC-ED3E9394BEC9}"/>
              </a:ext>
            </a:extLst>
          </p:cNvPr>
          <p:cNvSpPr txBox="1"/>
          <p:nvPr userDrawn="1"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8D79B3-B1AB-804D-3061-D2F7FCBF0673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922E9BA-E519-8430-8469-AB8BAC8E9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16" cy="276999"/>
          </a:xfrm>
        </p:spPr>
        <p:txBody>
          <a:bodyPr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37378767-363E-DF53-3AE1-593CD086B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17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7182154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Title, Subtitle, 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8C413-F250-8047-BA6A-B0CADAD3670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975725" y="0"/>
            <a:ext cx="3216275" cy="6857999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 sz="3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8135936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019A128-19C7-DA0C-C6AF-FCD88FBBEDF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06800" y="843010"/>
            <a:ext cx="8135937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03F4ACC-8ECF-F7D7-2FF8-2304C19B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8135938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90944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8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Title, Subtitle, Text with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8135936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D1E43C-F611-AD67-4262-18516A465F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5724" y="-17492"/>
            <a:ext cx="3675973" cy="6875492"/>
          </a:xfrm>
          <a:prstGeom prst="roundRect">
            <a:avLst>
              <a:gd name="adj" fmla="val 11540"/>
            </a:avLst>
          </a:pr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857D-28D1-D844-5866-A641380A04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813593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9FDD7C5-01BA-3897-8790-62820051F4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8135937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933197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8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_Ph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344;p38">
            <a:extLst>
              <a:ext uri="{FF2B5EF4-FFF2-40B4-BE49-F238E27FC236}">
                <a16:creationId xmlns:a16="http://schemas.microsoft.com/office/drawing/2014/main" id="{2DDB42A0-3E8C-A95E-61D7-F2FB47270AC0}"/>
              </a:ext>
            </a:extLst>
          </p:cNvPr>
          <p:cNvSpPr/>
          <p:nvPr userDrawn="1"/>
        </p:nvSpPr>
        <p:spPr>
          <a:xfrm flipV="1">
            <a:off x="0" y="0"/>
            <a:ext cx="12192000" cy="5300951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376370A-2607-6459-CF5B-8420C62956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1" y="1412875"/>
            <a:ext cx="6369154" cy="4752975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effectLst/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BB3742D-3CE8-9967-0E84-C974D6ED5DD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4808" y="1412875"/>
            <a:ext cx="5687993" cy="4752975"/>
          </a:xfrm>
          <a:prstGeom prst="roundRect">
            <a:avLst>
              <a:gd name="adj" fmla="val 972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 sz="3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Photo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918CE6A-BD9A-8B4D-9CDD-160B0210999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2A91F9-CCA6-6C4E-B89F-77D9F4370FFA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3C0427-F25A-BC4C-A383-F87B0E6E517F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9046279-1D9E-73CE-053D-3FFF388D92D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45255" y="1820961"/>
            <a:ext cx="4940354" cy="401021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98E00-50C7-1175-B02E-07510538F645}"/>
              </a:ext>
            </a:extLst>
          </p:cNvPr>
          <p:cNvSpPr txBox="1"/>
          <p:nvPr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5FF0F2A-E251-7081-50EB-D8A52CC3BF3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16" cy="276999"/>
          </a:xfrm>
        </p:spPr>
        <p:txBody>
          <a:bodyPr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253919B1-C987-C2B3-D139-DB42F9490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17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6224126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Title, Subtitle, 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8C413-F250-8047-BA6A-B0CADAD3670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348412" y="0"/>
            <a:ext cx="5843587" cy="6857999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 sz="3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5472112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9996721-EEEA-4A56-C8DE-5E2999DFC6DE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06800" y="843010"/>
            <a:ext cx="5472113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1C85080-9AD5-9F76-6E98-3894CC7C21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5472113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2939770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Title, Subtitle, Text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5472112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90343B04-60CD-2ED0-9B6C-78197CEEDE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5472113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569DE559-116B-988F-6BD6-4FF34DEB89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5472113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8C12B19-F8AE-F0E0-B343-04BD61990F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8413" y="0"/>
            <a:ext cx="6543128" cy="6875492"/>
          </a:xfrm>
          <a:prstGeom prst="roundRect">
            <a:avLst>
              <a:gd name="adj" fmla="val 10254"/>
            </a:avLst>
          </a:prstGeom>
          <a:solidFill>
            <a:srgbClr val="F7F7FB"/>
          </a:solidFill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0615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Title, Sub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DE5AB-88C3-184B-9FE0-7FE6E5608B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91100" y="0"/>
            <a:ext cx="720090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 i="0"/>
            </a:lvl1pPr>
          </a:lstStyle>
          <a:p>
            <a:r>
              <a:rPr lang="en-GB"/>
              <a:t>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4140200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81B24A1-0C1D-BC55-C53A-85DE4038BE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1" y="843010"/>
            <a:ext cx="4140200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01A68B-8C36-0228-BAB1-53D0D1831C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4140200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587192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Title, Subtitle, Text and Phot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81B43-904C-914C-A7C1-60C6CFD89C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988" y="1412874"/>
            <a:ext cx="4140200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A47A6ED-492E-E65A-B276-DFB1417BE9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91100" y="0"/>
            <a:ext cx="7840479" cy="6875492"/>
          </a:xfrm>
          <a:prstGeom prst="roundRect">
            <a:avLst>
              <a:gd name="adj" fmla="val 9254"/>
            </a:avLst>
          </a:prstGeom>
          <a:solidFill>
            <a:srgbClr val="F7F7FB"/>
          </a:solidFill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43D4BCB-0840-975A-D84C-F2798D06A2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4140201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7" name="Title 6">
            <a:extLst>
              <a:ext uri="{FF2B5EF4-FFF2-40B4-BE49-F238E27FC236}">
                <a16:creationId xmlns:a16="http://schemas.microsoft.com/office/drawing/2014/main" id="{9C255B11-758B-07B0-5F23-8CB6100C7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4140201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51557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hite Box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90D842E-3AE3-D320-10EC-BB06519B2A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3091" y="1412875"/>
            <a:ext cx="5420497" cy="4752975"/>
          </a:xfrm>
          <a:prstGeom prst="roundRect">
            <a:avLst>
              <a:gd name="adj" fmla="val 88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2379152-E9A9-4099-495B-BB730BE5C01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358731" y="1412875"/>
            <a:ext cx="5420498" cy="4752975"/>
          </a:xfrm>
          <a:prstGeom prst="roundRect">
            <a:avLst>
              <a:gd name="adj" fmla="val 5951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2F2C415-EA96-3D42-5EC2-7BEE6421186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270F05FF-7FF0-3D23-1553-922ED2317E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1DA7603-0468-4635-F096-1F7E6294EC1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8764" y="1871639"/>
            <a:ext cx="4629151" cy="307777"/>
          </a:xfrm>
        </p:spPr>
        <p:txBody>
          <a:bodyPr wrap="square" anchor="t">
            <a:sp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CDCA695-3337-B020-A891-5D46E997B94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764" y="2318394"/>
            <a:ext cx="4629150" cy="346804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0878E7D-B8E3-6F39-1740-3F16DEB9BED6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754405" y="1889745"/>
            <a:ext cx="4629151" cy="307777"/>
          </a:xfrm>
        </p:spPr>
        <p:txBody>
          <a:bodyPr wrap="square" anchor="t">
            <a:sp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4AA506E-4855-2B9E-1577-57704AF1A8D3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754405" y="2336500"/>
            <a:ext cx="4629150" cy="346804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97840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, Quarter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FBC792B-D976-7143-84A0-DEAA236C9DD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3216275" cy="6857999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marL="0" indent="0" algn="ctr">
              <a:buNone/>
              <a:defRPr sz="3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Photo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C949252-A24C-1742-AE58-8C19195103F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48077" y="1412874"/>
            <a:ext cx="8135936" cy="47529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0451B5F-81A4-667C-6754-1F7969E78D18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5339" y="6453684"/>
            <a:ext cx="648000" cy="14332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B586341-04E7-C889-40B6-A4EA9BA714A0}"/>
              </a:ext>
            </a:extLst>
          </p:cNvPr>
          <p:cNvCxnSpPr/>
          <p:nvPr/>
        </p:nvCxnSpPr>
        <p:spPr>
          <a:xfrm>
            <a:off x="3875549" y="6428283"/>
            <a:ext cx="0" cy="1824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C960AC6-2595-8EE9-63DB-4B6D110AFE18}"/>
              </a:ext>
            </a:extLst>
          </p:cNvPr>
          <p:cNvSpPr txBox="1"/>
          <p:nvPr/>
        </p:nvSpPr>
        <p:spPr>
          <a:xfrm>
            <a:off x="5351583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90B26-84B1-D684-73F9-47AAF689B13E}"/>
              </a:ext>
            </a:extLst>
          </p:cNvPr>
          <p:cNvSpPr txBox="1"/>
          <p:nvPr/>
        </p:nvSpPr>
        <p:spPr>
          <a:xfrm>
            <a:off x="3638072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tx1"/>
                </a:solidFill>
              </a:rPr>
              <a:t>‹#›</a:t>
            </a:fld>
            <a:endParaRPr lang="en-GB" sz="1000" err="1">
              <a:solidFill>
                <a:schemeClr val="tx1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392B674-F491-4949-B802-0C28DB8BE7B4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648077" y="843010"/>
            <a:ext cx="8134749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7A4367F6-732E-37E0-70CA-5A86842CC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9264" y="404813"/>
            <a:ext cx="8134749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9541211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y Quarter Title and Text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BE583E20-9D71-7AEE-1D57-0FA05776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18012"/>
            <a:ext cx="2404107" cy="332399"/>
          </a:xfrm>
          <a:prstGeom prst="rect">
            <a:avLst/>
          </a:prstGeom>
        </p:spPr>
        <p:txBody>
          <a:bodyPr l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E3739B-B2D9-258E-8EC9-0E0CDB5B683E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F6E8167C-9621-831A-232D-3477CBC73BC8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DC42CE-3947-5410-411D-216AE515A1B5}"/>
              </a:ext>
            </a:extLst>
          </p:cNvPr>
          <p:cNvSpPr txBox="1"/>
          <p:nvPr/>
        </p:nvSpPr>
        <p:spPr>
          <a:xfrm>
            <a:off x="3648077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E4D1A-4125-C27E-81C5-3795F2E999F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/>
              <a:t>‹#›</a:t>
            </a:fld>
            <a:endParaRPr lang="en-GB" sz="1000" err="1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5F917AF-4143-3159-D1C8-6E3DBBBFA69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07988" y="1412874"/>
            <a:ext cx="2404102" cy="47529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42018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8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ey Quarter Title and Text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0DB08F-83B5-E4B5-30F1-2349993BE49D}"/>
              </a:ext>
            </a:extLst>
          </p:cNvPr>
          <p:cNvSpPr/>
          <p:nvPr/>
        </p:nvSpPr>
        <p:spPr>
          <a:xfrm>
            <a:off x="3230551" y="0"/>
            <a:ext cx="9648861" cy="6858000"/>
          </a:xfrm>
          <a:prstGeom prst="roundRect">
            <a:avLst>
              <a:gd name="adj" fmla="val 683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C949252-A24C-1742-AE58-8C19195103F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48077" y="418012"/>
            <a:ext cx="8135936" cy="57478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BE583E20-9D71-7AEE-1D57-0FA05776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18012"/>
            <a:ext cx="2404107" cy="332399"/>
          </a:xfrm>
          <a:prstGeom prst="rect">
            <a:avLst/>
          </a:prstGeom>
        </p:spPr>
        <p:txBody>
          <a:bodyPr l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E3739B-B2D9-258E-8EC9-0E0CDB5B683E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F6E8167C-9621-831A-232D-3477CBC73BC8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DC42CE-3947-5410-411D-216AE515A1B5}"/>
              </a:ext>
            </a:extLst>
          </p:cNvPr>
          <p:cNvSpPr txBox="1"/>
          <p:nvPr/>
        </p:nvSpPr>
        <p:spPr>
          <a:xfrm>
            <a:off x="3648077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E4D1A-4125-C27E-81C5-3795F2E999F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/>
              <a:t>‹#›</a:t>
            </a:fld>
            <a:endParaRPr lang="en-GB" sz="1000" err="1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5F917AF-4143-3159-D1C8-6E3DBBBFA69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07988" y="1412874"/>
            <a:ext cx="2404102" cy="47529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239825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8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or Quarter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475CC6-8AC7-96F6-FA0E-29687AE6D05E}"/>
              </a:ext>
            </a:extLst>
          </p:cNvPr>
          <p:cNvSpPr/>
          <p:nvPr userDrawn="1"/>
        </p:nvSpPr>
        <p:spPr>
          <a:xfrm>
            <a:off x="3230551" y="0"/>
            <a:ext cx="9532133" cy="6858000"/>
          </a:xfrm>
          <a:prstGeom prst="roundRect">
            <a:avLst>
              <a:gd name="adj" fmla="val 683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C949252-A24C-1742-AE58-8C19195103F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48077" y="404813"/>
            <a:ext cx="8135936" cy="57610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BE583E20-9D71-7AEE-1D57-0FA05776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18012"/>
            <a:ext cx="2404107" cy="33239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DB75644-9649-767A-B657-F250BF8CE61E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86A716-630E-9CB5-9041-D6FC12EEBD25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CFEFEA-E458-709F-62CB-3E2D9154C0D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DEE41B-EA0B-6759-3A35-EE41B8663AC0}"/>
              </a:ext>
            </a:extLst>
          </p:cNvPr>
          <p:cNvSpPr txBox="1"/>
          <p:nvPr/>
        </p:nvSpPr>
        <p:spPr>
          <a:xfrm>
            <a:off x="3648077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6550806-225F-E028-819C-DDDF369FC7C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07988" y="1412874"/>
            <a:ext cx="2404103" cy="47529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5717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8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or_Quote">
    <p:bg>
      <p:bgPr>
        <a:gradFill>
          <a:gsLst>
            <a:gs pos="32000">
              <a:schemeClr val="accent1">
                <a:alpha val="5000"/>
              </a:schemeClr>
            </a:gs>
            <a:gs pos="0">
              <a:schemeClr val="accent5">
                <a:alpha val="5000"/>
              </a:schemeClr>
            </a:gs>
            <a:gs pos="100000">
              <a:schemeClr val="accent4">
                <a:alpha val="5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D02A5A9-0AF0-A048-B0A5-F46B0EDA17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156264" y="0"/>
            <a:ext cx="12191999" cy="6858000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23E9D5D-C55D-E9C9-9200-E87CCD84DD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9608" y="1286955"/>
            <a:ext cx="3446921" cy="158785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B81C003-3D72-8A9F-D4BB-5680EAE66F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9608" y="3172994"/>
            <a:ext cx="3446921" cy="36512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54044-D8FF-7DCF-11E7-CC940F7DC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52264" y="1286955"/>
            <a:ext cx="4280975" cy="512348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5C6C556-1357-CCD0-1023-35BF9CE20D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52264" y="1991033"/>
            <a:ext cx="4280975" cy="324464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2070471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or_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F62028A-AE00-6782-469D-F8015CA333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156264" y="0"/>
            <a:ext cx="12191999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C1EDC57-F0F8-4AF8-30FE-CDBF6D7B49D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509D75-F6AA-7063-69EE-1E90A6E6C691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2E0922F-4B51-FB3F-49EF-D75B099B9512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03C6A-9927-1E5B-3C50-10F6B6804D2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23E9D5D-C55D-E9C9-9200-E87CCD84DD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9608" y="1286955"/>
            <a:ext cx="3446921" cy="158785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B81C003-3D72-8A9F-D4BB-5680EAE66F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9608" y="3172994"/>
            <a:ext cx="3446921" cy="36512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54044-D8FF-7DCF-11E7-CC940F7DC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52264" y="1286955"/>
            <a:ext cx="4280975" cy="512348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5C6C556-1357-CCD0-1023-35BF9CE20D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52264" y="1991033"/>
            <a:ext cx="4280975" cy="324464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148319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C1EDC57-F0F8-4AF8-30FE-CDBF6D7B49D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509D75-F6AA-7063-69EE-1E90A6E6C691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2E0922F-4B51-FB3F-49EF-D75B099B9512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03C6A-9927-1E5B-3C50-10F6B6804D2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CC53E-AD85-8D3E-344C-AF4D693D3B8E}"/>
              </a:ext>
            </a:extLst>
          </p:cNvPr>
          <p:cNvSpPr txBox="1"/>
          <p:nvPr userDrawn="1"/>
        </p:nvSpPr>
        <p:spPr>
          <a:xfrm>
            <a:off x="870535" y="1636182"/>
            <a:ext cx="1081668" cy="1060481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GB" sz="20000" b="0">
                <a:solidFill>
                  <a:schemeClr val="bg2"/>
                </a:solidFill>
              </a:rPr>
              <a:t>“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23E9D5D-C55D-E9C9-9200-E87CCD84DD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582" y="2416852"/>
            <a:ext cx="6952616" cy="158785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quote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B81C003-3D72-8A9F-D4BB-5680EAE66F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5582" y="4420136"/>
            <a:ext cx="6952616" cy="36512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i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- 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2840574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Quote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ABCC53E-AD85-8D3E-344C-AF4D693D3B8E}"/>
              </a:ext>
            </a:extLst>
          </p:cNvPr>
          <p:cNvSpPr txBox="1"/>
          <p:nvPr userDrawn="1"/>
        </p:nvSpPr>
        <p:spPr>
          <a:xfrm>
            <a:off x="870535" y="1636182"/>
            <a:ext cx="1081668" cy="1060481"/>
          </a:xfrm>
          <a:prstGeom prst="rect">
            <a:avLst/>
          </a:prstGeom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GB" sz="20000" b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23E9D5D-C55D-E9C9-9200-E87CCD84DD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582" y="2416852"/>
            <a:ext cx="6952616" cy="158785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quote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B81C003-3D72-8A9F-D4BB-5680EAE66F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5582" y="4420136"/>
            <a:ext cx="6952616" cy="36512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- 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11986046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and icons_colo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ED1694B-44D6-0E46-859F-7BFD5B5C48B1}"/>
              </a:ext>
            </a:extLst>
          </p:cNvPr>
          <p:cNvSpPr/>
          <p:nvPr/>
        </p:nvSpPr>
        <p:spPr>
          <a:xfrm>
            <a:off x="0" y="0"/>
            <a:ext cx="12192000" cy="2828889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8C5323C-4DB5-CC26-B352-A7AD4E6ED2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3091" y="1412875"/>
            <a:ext cx="5420497" cy="4752975"/>
          </a:xfrm>
          <a:prstGeom prst="roundRect">
            <a:avLst>
              <a:gd name="adj" fmla="val 7205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9BBCE3-08D0-C660-AA31-5F9DD1D5A1C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358731" y="1412875"/>
            <a:ext cx="5420498" cy="4752975"/>
          </a:xfrm>
          <a:prstGeom prst="roundRect">
            <a:avLst>
              <a:gd name="adj" fmla="val 783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1310A40-DC80-7A4F-9D9C-C4ED3A1A95A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A5F097F-D4EC-C64C-8C6D-87475ADD8DCE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D6C6278-ACA3-1F4E-99B5-417C9DCF3973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DA9A9F-29E2-B54C-9AE3-B1CF676EEC2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E69DE1-887F-EBDE-E4DC-C1ED25A313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1153" y="1957655"/>
            <a:ext cx="3842204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8A067E0-E417-C2FD-2B59-E2195C8EE2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157" y="2828890"/>
            <a:ext cx="4966200" cy="2989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10" name="Vertical Text Placeholder 18">
            <a:extLst>
              <a:ext uri="{FF2B5EF4-FFF2-40B4-BE49-F238E27FC236}">
                <a16:creationId xmlns:a16="http://schemas.microsoft.com/office/drawing/2014/main" id="{A7792105-FA73-8EFD-AB06-DCA2458FECB0}"/>
              </a:ext>
            </a:extLst>
          </p:cNvPr>
          <p:cNvSpPr>
            <a:spLocks noGrp="1" noChangeAspect="1"/>
          </p:cNvSpPr>
          <p:nvPr>
            <p:ph type="body" orient="vert" sz="quarter" idx="45"/>
          </p:nvPr>
        </p:nvSpPr>
        <p:spPr>
          <a:xfrm>
            <a:off x="667156" y="1633190"/>
            <a:ext cx="959085" cy="9590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DB62514-93F3-4217-F61C-16892743190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4992" y="1781026"/>
            <a:ext cx="663412" cy="6634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04FA782-539A-6038-91FA-90BDD9533EC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91621" y="1957655"/>
            <a:ext cx="3842204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F6B320A-EBCB-F187-6CC1-1367883319B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67625" y="2828890"/>
            <a:ext cx="4966200" cy="2989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14" name="Vertical Text Placeholder 18">
            <a:extLst>
              <a:ext uri="{FF2B5EF4-FFF2-40B4-BE49-F238E27FC236}">
                <a16:creationId xmlns:a16="http://schemas.microsoft.com/office/drawing/2014/main" id="{D09DBE21-BF5A-59A0-EDEC-B68363558B4F}"/>
              </a:ext>
            </a:extLst>
          </p:cNvPr>
          <p:cNvSpPr>
            <a:spLocks noGrp="1" noChangeAspect="1"/>
          </p:cNvSpPr>
          <p:nvPr>
            <p:ph type="body" orient="vert" sz="quarter" idx="48"/>
          </p:nvPr>
        </p:nvSpPr>
        <p:spPr>
          <a:xfrm>
            <a:off x="6567624" y="1633190"/>
            <a:ext cx="959085" cy="9590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22F0269-35C2-F585-BD23-7394FFEE287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6715460" y="1781026"/>
            <a:ext cx="663412" cy="6634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8E8B2E1-00B0-46D5-EA4A-7739DB1066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25" name="Title 6">
            <a:extLst>
              <a:ext uri="{FF2B5EF4-FFF2-40B4-BE49-F238E27FC236}">
                <a16:creationId xmlns:a16="http://schemas.microsoft.com/office/drawing/2014/main" id="{9456FC6A-F8B1-6B05-5498-125466017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1978550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and icons_gray">
    <p:bg>
      <p:bgPr>
        <a:gradFill>
          <a:gsLst>
            <a:gs pos="32000">
              <a:schemeClr val="accent1">
                <a:alpha val="5000"/>
              </a:schemeClr>
            </a:gs>
            <a:gs pos="0">
              <a:schemeClr val="accent5">
                <a:alpha val="5000"/>
              </a:schemeClr>
            </a:gs>
            <a:gs pos="100000">
              <a:schemeClr val="accent4">
                <a:alpha val="5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ubtitle 2">
            <a:extLst>
              <a:ext uri="{FF2B5EF4-FFF2-40B4-BE49-F238E27FC236}">
                <a16:creationId xmlns:a16="http://schemas.microsoft.com/office/drawing/2014/main" id="{EB32DEFB-BCAA-6A5D-F0AB-EF308E9C90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28" name="Title 6">
            <a:extLst>
              <a:ext uri="{FF2B5EF4-FFF2-40B4-BE49-F238E27FC236}">
                <a16:creationId xmlns:a16="http://schemas.microsoft.com/office/drawing/2014/main" id="{3EBE8740-E154-F5B1-C27A-FB20549E60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6618A9-A9C6-BD20-D41C-C7EF5551D3F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3091" y="1412875"/>
            <a:ext cx="5420497" cy="4752975"/>
          </a:xfrm>
          <a:prstGeom prst="roundRect">
            <a:avLst>
              <a:gd name="adj" fmla="val 7205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D4F08B5-9084-72E2-C122-987D903BBBD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358731" y="1412875"/>
            <a:ext cx="5420498" cy="4752975"/>
          </a:xfrm>
          <a:prstGeom prst="roundRect">
            <a:avLst>
              <a:gd name="adj" fmla="val 783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DEC643C-9BA4-89FC-D3D0-265ABE505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1153" y="1957655"/>
            <a:ext cx="3842204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D1BC99-1CA5-5556-A75D-FE59B3850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157" y="2828890"/>
            <a:ext cx="4966200" cy="2989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8" name="Vertical Text Placeholder 18">
            <a:extLst>
              <a:ext uri="{FF2B5EF4-FFF2-40B4-BE49-F238E27FC236}">
                <a16:creationId xmlns:a16="http://schemas.microsoft.com/office/drawing/2014/main" id="{72665946-49A3-A9E7-3EC1-048058409379}"/>
              </a:ext>
            </a:extLst>
          </p:cNvPr>
          <p:cNvSpPr>
            <a:spLocks noGrp="1" noChangeAspect="1"/>
          </p:cNvSpPr>
          <p:nvPr>
            <p:ph type="body" orient="vert" sz="quarter" idx="45"/>
          </p:nvPr>
        </p:nvSpPr>
        <p:spPr>
          <a:xfrm>
            <a:off x="667156" y="1633190"/>
            <a:ext cx="959085" cy="9590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E2D1608-5A78-BC6A-D06D-56394EF0A46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4992" y="1781026"/>
            <a:ext cx="663412" cy="6634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638AD6-9676-8801-B7AD-4F47881B2E6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91621" y="1957655"/>
            <a:ext cx="3842204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EDE48626-AAFD-AD60-B263-ADC8DBEFC68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67625" y="2828890"/>
            <a:ext cx="4966200" cy="2989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17" name="Vertical Text Placeholder 18">
            <a:extLst>
              <a:ext uri="{FF2B5EF4-FFF2-40B4-BE49-F238E27FC236}">
                <a16:creationId xmlns:a16="http://schemas.microsoft.com/office/drawing/2014/main" id="{82622B80-0DFD-7363-993D-0BEF37597B47}"/>
              </a:ext>
            </a:extLst>
          </p:cNvPr>
          <p:cNvSpPr>
            <a:spLocks noGrp="1" noChangeAspect="1"/>
          </p:cNvSpPr>
          <p:nvPr>
            <p:ph type="body" orient="vert" sz="quarter" idx="48"/>
          </p:nvPr>
        </p:nvSpPr>
        <p:spPr>
          <a:xfrm>
            <a:off x="6567624" y="1633190"/>
            <a:ext cx="959085" cy="9590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01CEACFD-94FD-5BCE-0288-B3BED3E805B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6715460" y="1781026"/>
            <a:ext cx="663412" cy="6634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</p:spTree>
    <p:extLst>
      <p:ext uri="{BB962C8B-B14F-4D97-AF65-F5344CB8AC3E}">
        <p14:creationId xmlns:p14="http://schemas.microsoft.com/office/powerpoint/2010/main" val="24232191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3 points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D6F98A4-183B-93F7-65E7-E0DA66F46936}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406800" y="1939061"/>
            <a:ext cx="3240001" cy="3240000"/>
          </a:xfrm>
          <a:prstGeom prst="ellipse">
            <a:avLst/>
          </a:prstGeom>
          <a:solidFill>
            <a:schemeClr val="accent4"/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6512409-165E-14E7-5976-5B165FCB6CAB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8542815" y="1939061"/>
            <a:ext cx="3240001" cy="3240000"/>
          </a:xfrm>
          <a:prstGeom prst="ellipse">
            <a:avLst/>
          </a:prstGeom>
          <a:solidFill>
            <a:schemeClr val="accent4"/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GB" sz="3200" b="1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 algn="ctr">
              <a:lnSpc>
                <a:spcPct val="80000"/>
              </a:lnSpc>
              <a:spcAft>
                <a:spcPts val="0"/>
              </a:spcAft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5E8AE76-D7F3-98C6-8072-AEE8EC055F9A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4474807" y="1939061"/>
            <a:ext cx="3240001" cy="3240000"/>
          </a:xfrm>
          <a:prstGeom prst="ellipse">
            <a:avLst/>
          </a:prstGeom>
          <a:solidFill>
            <a:schemeClr val="accent4"/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GB" sz="3200" b="1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 algn="ctr">
              <a:lnSpc>
                <a:spcPct val="80000"/>
              </a:lnSpc>
              <a:spcAft>
                <a:spcPts val="0"/>
              </a:spcAft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3DC8BA9-7452-62B3-521F-41DFD2A1C9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582C64C6-6981-97B6-8383-0C94F2E39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9850075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_3 points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D6F98A4-183B-93F7-65E7-E0DA66F46936}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406800" y="1939061"/>
            <a:ext cx="3240001" cy="324000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en-US" sz="2800" b="1" dirty="0" smtClean="0"/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</a:lstStyle>
          <a:p>
            <a:pPr lvl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6512409-165E-14E7-5976-5B165FCB6CAB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8542815" y="1939061"/>
            <a:ext cx="3240001" cy="324000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lnSpc>
                <a:spcPct val="100000"/>
              </a:lnSpc>
              <a:buNone/>
              <a:defRPr lang="en-US" sz="2800" b="1" smtClean="0"/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5E8AE76-D7F3-98C6-8072-AEE8EC055F9A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4474807" y="1939061"/>
            <a:ext cx="3240001" cy="324000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lnSpc>
                <a:spcPct val="100000"/>
              </a:lnSpc>
              <a:buNone/>
              <a:defRPr lang="en-US" sz="2800" b="1" dirty="0" smtClean="0"/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3DC8BA9-7452-62B3-521F-41DFD2A1C9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582C64C6-6981-97B6-8383-0C94F2E39A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E277A99-9771-A5EB-16A9-D48CAD747AD8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1734156" y="1648390"/>
            <a:ext cx="581342" cy="581342"/>
          </a:xfrm>
          <a:prstGeom prst="ellipse">
            <a:avLst/>
          </a:prstGeom>
          <a:solidFill>
            <a:schemeClr val="accent1"/>
          </a:solidFill>
        </p:spPr>
        <p:txBody>
          <a:bodyPr tIns="36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N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AC952F-12BA-743A-C91A-CA76682B4781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5804710" y="1648390"/>
            <a:ext cx="581342" cy="581342"/>
          </a:xfrm>
          <a:prstGeom prst="ellipse">
            <a:avLst/>
          </a:prstGeom>
          <a:solidFill>
            <a:schemeClr val="accent1"/>
          </a:solidFill>
        </p:spPr>
        <p:txBody>
          <a:bodyPr tIns="36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N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7F9ADCB-351C-D912-3792-D1D9B179D99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9875265" y="1648390"/>
            <a:ext cx="581342" cy="581342"/>
          </a:xfrm>
          <a:prstGeom prst="ellipse">
            <a:avLst/>
          </a:prstGeom>
          <a:solidFill>
            <a:schemeClr val="accent1"/>
          </a:solidFill>
        </p:spPr>
        <p:txBody>
          <a:bodyPr tIns="36000" anchor="ctr">
            <a:normAutofit/>
          </a:bodyPr>
          <a:lstStyle>
            <a:lvl1pPr marL="0" indent="0" algn="ctr">
              <a:lnSpc>
                <a:spcPct val="80000"/>
              </a:lnSpc>
              <a:spcAft>
                <a:spcPts val="0"/>
              </a:spcAft>
              <a:buNone/>
              <a:defRPr sz="1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7676604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_Ph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1344;p38">
            <a:extLst>
              <a:ext uri="{FF2B5EF4-FFF2-40B4-BE49-F238E27FC236}">
                <a16:creationId xmlns:a16="http://schemas.microsoft.com/office/drawing/2014/main" id="{AF564E62-4126-0845-AF27-89BDA0DEAA4F}"/>
              </a:ext>
            </a:extLst>
          </p:cNvPr>
          <p:cNvSpPr/>
          <p:nvPr/>
        </p:nvSpPr>
        <p:spPr>
          <a:xfrm>
            <a:off x="0" y="1"/>
            <a:ext cx="12192000" cy="5300948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76BEA7C-1B04-A844-26BB-B650219D17D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3090" y="1591194"/>
            <a:ext cx="5433641" cy="1358900"/>
          </a:xfrm>
          <a:prstGeom prst="roundRect">
            <a:avLst>
              <a:gd name="adj" fmla="val 156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1EAE154-2515-F2D2-13DF-B461D027AB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090" y="3103873"/>
            <a:ext cx="5433641" cy="1358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454CC9C-5D31-535D-2274-A07937C9E57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3091" y="4616552"/>
            <a:ext cx="5433640" cy="1358900"/>
          </a:xfrm>
          <a:prstGeom prst="roundRect">
            <a:avLst>
              <a:gd name="adj" fmla="val 11410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BB3742D-3CE8-9967-0E84-C974D6ED5DD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4823" y="1412878"/>
            <a:ext cx="5687993" cy="4752973"/>
          </a:xfrm>
          <a:prstGeom prst="roundRect">
            <a:avLst>
              <a:gd name="adj" fmla="val 1005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 sz="32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Photo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918CE6A-BD9A-8B4D-9CDD-160B0210999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2A91F9-CCA6-6C4E-B89F-77D9F4370FFA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44CAF2C-E6FF-FE42-B6E0-CEB69B70BC9C}"/>
              </a:ext>
            </a:extLst>
          </p:cNvPr>
          <p:cNvSpPr txBox="1"/>
          <p:nvPr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3C0427-F25A-BC4C-A383-F87B0E6E517F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9046279-1D9E-73CE-053D-3FFF388D92D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12871" y="2032906"/>
            <a:ext cx="4359254" cy="77933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988ED5C-ED99-D14E-CD77-F9DD354C2D6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1212871" y="1744365"/>
            <a:ext cx="4359254" cy="28854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011FC3A-CC5E-9F96-8752-DA15F7E6B53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1212871" y="3535135"/>
            <a:ext cx="4359254" cy="77933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839E6C8-DC4F-0C29-E50B-2392A5E22195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212871" y="3246594"/>
            <a:ext cx="4359254" cy="28854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61B6ACC8-1203-30AF-4E37-840138B190B9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1212871" y="5021035"/>
            <a:ext cx="4359254" cy="77933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2A1A901D-BC34-99CB-28B4-D28E42929E5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1212871" y="4732494"/>
            <a:ext cx="4359254" cy="28854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C171439A-BC88-37BD-A957-5942A7CEC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5" name="Title 6">
            <a:extLst>
              <a:ext uri="{FF2B5EF4-FFF2-40B4-BE49-F238E27FC236}">
                <a16:creationId xmlns:a16="http://schemas.microsoft.com/office/drawing/2014/main" id="{FCC80CA9-AF39-A598-3223-03DDB3FF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39E646-F687-8A37-C7CD-1BDD71D3F41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65187" y="2032906"/>
            <a:ext cx="468000" cy="467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7FDCBD3-94F0-2A98-0BB9-D49DD835BE08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65187" y="3530401"/>
            <a:ext cx="468000" cy="467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00C5D10-ACB0-D9D0-32A1-668E10FD3768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565187" y="5067653"/>
            <a:ext cx="468000" cy="467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2297420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and images">
    <p:bg>
      <p:bgPr>
        <a:gradFill>
          <a:gsLst>
            <a:gs pos="32000">
              <a:schemeClr val="accent1">
                <a:alpha val="5000"/>
              </a:schemeClr>
            </a:gs>
            <a:gs pos="0">
              <a:schemeClr val="accent5">
                <a:alpha val="5000"/>
              </a:schemeClr>
            </a:gs>
            <a:gs pos="100000">
              <a:schemeClr val="accent4">
                <a:alpha val="5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6FF9E-2D7A-114D-CA6F-30E14F52C146}"/>
              </a:ext>
            </a:extLst>
          </p:cNvPr>
          <p:cNvSpPr/>
          <p:nvPr userDrawn="1"/>
        </p:nvSpPr>
        <p:spPr>
          <a:xfrm>
            <a:off x="0" y="1"/>
            <a:ext cx="12192000" cy="32493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44487DA-424C-13D0-6745-BB2895F6F34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3090" y="3644254"/>
            <a:ext cx="3669701" cy="2521596"/>
          </a:xfrm>
          <a:prstGeom prst="round2SameRect">
            <a:avLst>
              <a:gd name="adj1" fmla="val 0"/>
              <a:gd name="adj2" fmla="val 13599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BD2FE7-81B2-A0B8-4106-AD1FFA9E263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68742" y="3644254"/>
            <a:ext cx="3669701" cy="2521596"/>
          </a:xfrm>
          <a:prstGeom prst="round2SameRect">
            <a:avLst>
              <a:gd name="adj1" fmla="val 0"/>
              <a:gd name="adj2" fmla="val 14732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C281A76-9BDB-50BB-7A26-691D7CD372F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20686" y="3644254"/>
            <a:ext cx="3669701" cy="2521596"/>
          </a:xfrm>
          <a:prstGeom prst="round2SameRect">
            <a:avLst>
              <a:gd name="adj1" fmla="val 0"/>
              <a:gd name="adj2" fmla="val 11332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0503CB62-5036-924F-BD90-60E2605240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9614" y="3865556"/>
            <a:ext cx="3153396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7084583E-B7D8-A04C-877C-0331914E3B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9614" y="4315489"/>
            <a:ext cx="3153396" cy="15533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0684274-5FD1-0841-9D7E-8AEDB4720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765" y="3865556"/>
            <a:ext cx="3153396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7376CCD-1075-EB46-B372-478C66523C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65" y="4315489"/>
            <a:ext cx="3153396" cy="15533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FCD112D-2D67-4242-B961-925AC73055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8839" y="3865556"/>
            <a:ext cx="3153396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C92FED1-22B7-B743-8898-4D254E09CE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8839" y="4315489"/>
            <a:ext cx="3153396" cy="15533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C6B5A5D9-A1B8-C744-A687-AD3BA7E793D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090" y="1416049"/>
            <a:ext cx="3658606" cy="2228205"/>
          </a:xfrm>
          <a:prstGeom prst="round2SameRect">
            <a:avLst/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GB"/>
              <a:t>Drag and drop photo here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38AB7910-6977-A341-BBBC-43EE1073BCB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66000" y="1416049"/>
            <a:ext cx="3671999" cy="2228205"/>
          </a:xfrm>
          <a:prstGeom prst="round2SameRect">
            <a:avLst/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GB"/>
              <a:t>Drag and drop photo here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22C760C3-2122-6949-A278-39EC272009F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2510" y="1422398"/>
            <a:ext cx="3671999" cy="2228205"/>
          </a:xfrm>
          <a:prstGeom prst="round2SameRect">
            <a:avLst/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GB"/>
              <a:t>Drag and drop photo here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2C144F5-3237-B6EA-4A16-0D6E25E49A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6C9DFE5E-84A4-C510-3355-BD1EBE4055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9486272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s no icons,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29A43F-3539-31DF-F512-D88A688BB344}"/>
              </a:ext>
            </a:extLst>
          </p:cNvPr>
          <p:cNvSpPr/>
          <p:nvPr userDrawn="1"/>
        </p:nvSpPr>
        <p:spPr>
          <a:xfrm>
            <a:off x="0" y="0"/>
            <a:ext cx="12192000" cy="3789363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76DCC54-FDF5-765E-4135-8CE99C4E91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3090" y="1412875"/>
            <a:ext cx="3669701" cy="4752975"/>
          </a:xfrm>
          <a:prstGeom prst="roundRect">
            <a:avLst>
              <a:gd name="adj" fmla="val 1160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0CD8184-B0AF-B647-FED2-0745197C9D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8742" y="1412875"/>
            <a:ext cx="3669701" cy="4752975"/>
          </a:xfrm>
          <a:prstGeom prst="roundRect">
            <a:avLst>
              <a:gd name="adj" fmla="val 10048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7497E6A7-9823-E3A9-0676-C869F18531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0686" y="1412875"/>
            <a:ext cx="3669701" cy="4752975"/>
          </a:xfrm>
          <a:prstGeom prst="roundRect">
            <a:avLst>
              <a:gd name="adj" fmla="val 8880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0503CB62-5036-924F-BD90-60E2605240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9614" y="1742934"/>
            <a:ext cx="3153396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7084583E-B7D8-A04C-877C-0331914E3B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9614" y="2346156"/>
            <a:ext cx="3153396" cy="34723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0684274-5FD1-0841-9D7E-8AEDB4720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765" y="1742934"/>
            <a:ext cx="3153396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7376CCD-1075-EB46-B372-478C66523C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65" y="2346156"/>
            <a:ext cx="3153396" cy="34723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FCD112D-2D67-4242-B961-925AC73055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8839" y="1742934"/>
            <a:ext cx="3153396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C92FED1-22B7-B743-8898-4D254E09CE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8839" y="2346156"/>
            <a:ext cx="3153396" cy="34723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1310A40-DC80-7A4F-9D9C-C4ED3A1A95A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A5F097F-D4EC-C64C-8C6D-87475ADD8DCE}"/>
              </a:ext>
            </a:extLst>
          </p:cNvPr>
          <p:cNvCxnSpPr/>
          <p:nvPr userDrawn="1"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D6C6278-ACA3-1F4E-99B5-417C9DCF3973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DA9A9F-29E2-B54C-9AE3-B1CF676EEC27}"/>
              </a:ext>
            </a:extLst>
          </p:cNvPr>
          <p:cNvSpPr txBox="1"/>
          <p:nvPr userDrawn="1"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F0A17C2-21DF-03E0-DFA9-59D988A2CF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82BA9A0D-AE12-2F29-E0F0-83E4C06C2A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993382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and small icon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0D2FD6-3FC7-6C1B-49A4-15CC2532E7A8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23863" y="1412875"/>
            <a:ext cx="3671887" cy="4752975"/>
          </a:xfrm>
          <a:prstGeom prst="roundRect">
            <a:avLst>
              <a:gd name="adj" fmla="val 10441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F15C9185-D2FB-C217-6051-0D9F723F43FB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246355" y="1412875"/>
            <a:ext cx="3671887" cy="4752975"/>
          </a:xfrm>
          <a:prstGeom prst="roundRect">
            <a:avLst>
              <a:gd name="adj" fmla="val 849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4BBD911-E652-EDF4-6C6B-68C92462F4F4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113190" y="1412875"/>
            <a:ext cx="3671887" cy="4752975"/>
          </a:xfrm>
          <a:prstGeom prst="roundRect">
            <a:avLst>
              <a:gd name="adj" fmla="val 9274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ABA4A4-B102-E4EC-03E8-FEF92450CC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16719" y="1871821"/>
            <a:ext cx="2341479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480D9ED-04AD-91D7-0BEA-2E57A129A7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157" y="2562474"/>
            <a:ext cx="3191042" cy="3256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13" name="Vertical Text Placeholder 18">
            <a:extLst>
              <a:ext uri="{FF2B5EF4-FFF2-40B4-BE49-F238E27FC236}">
                <a16:creationId xmlns:a16="http://schemas.microsoft.com/office/drawing/2014/main" id="{916C8E11-AB49-1D0C-39C3-B939C747EEC6}"/>
              </a:ext>
            </a:extLst>
          </p:cNvPr>
          <p:cNvSpPr>
            <a:spLocks noGrp="1" noChangeAspect="1"/>
          </p:cNvSpPr>
          <p:nvPr>
            <p:ph type="body" orient="vert" sz="quarter" idx="45"/>
          </p:nvPr>
        </p:nvSpPr>
        <p:spPr>
          <a:xfrm>
            <a:off x="667156" y="1633190"/>
            <a:ext cx="726099" cy="7260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8126A6F2-51CD-2BA4-F61C-0901E47A7B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0628" y="1726662"/>
            <a:ext cx="539155" cy="5391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2C8B5A9E-96D8-0694-392F-05D42D0FD3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3" name="Title 6">
            <a:extLst>
              <a:ext uri="{FF2B5EF4-FFF2-40B4-BE49-F238E27FC236}">
                <a16:creationId xmlns:a16="http://schemas.microsoft.com/office/drawing/2014/main" id="{A637E4F7-0332-3887-4A88-B5305CB0C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4D899DBF-FF9D-42DF-5D8B-FBC73D3DDEB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57199" y="1871821"/>
            <a:ext cx="2341479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5DA540C0-8536-C31E-A93B-7F2423C081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07637" y="2562474"/>
            <a:ext cx="3191042" cy="3256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42" name="Vertical Text Placeholder 18">
            <a:extLst>
              <a:ext uri="{FF2B5EF4-FFF2-40B4-BE49-F238E27FC236}">
                <a16:creationId xmlns:a16="http://schemas.microsoft.com/office/drawing/2014/main" id="{107622B8-D88D-CCD9-0BE1-9FFE77ED3858}"/>
              </a:ext>
            </a:extLst>
          </p:cNvPr>
          <p:cNvSpPr>
            <a:spLocks noGrp="1" noChangeAspect="1"/>
          </p:cNvSpPr>
          <p:nvPr>
            <p:ph type="body" orient="vert" sz="quarter" idx="48" hasCustomPrompt="1"/>
          </p:nvPr>
        </p:nvSpPr>
        <p:spPr>
          <a:xfrm>
            <a:off x="4507636" y="1633190"/>
            <a:ext cx="726099" cy="7260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1E602B86-FE75-7557-F5B0-24EC40E2FE53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601108" y="1726662"/>
            <a:ext cx="539155" cy="5391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EC0D2C8F-31C5-FCC7-B243-1ED151EBAC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1499" y="1871821"/>
            <a:ext cx="2341479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94D2B538-8677-11AF-1FBA-1B6325D3BA4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61937" y="2562474"/>
            <a:ext cx="3191042" cy="3256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47" name="Vertical Text Placeholder 18">
            <a:extLst>
              <a:ext uri="{FF2B5EF4-FFF2-40B4-BE49-F238E27FC236}">
                <a16:creationId xmlns:a16="http://schemas.microsoft.com/office/drawing/2014/main" id="{496A7698-C8DC-DC4B-10CF-C3C70DA06CAE}"/>
              </a:ext>
            </a:extLst>
          </p:cNvPr>
          <p:cNvSpPr>
            <a:spLocks noGrp="1" noChangeAspect="1"/>
          </p:cNvSpPr>
          <p:nvPr>
            <p:ph type="body" orient="vert" sz="quarter" idx="52"/>
          </p:nvPr>
        </p:nvSpPr>
        <p:spPr>
          <a:xfrm>
            <a:off x="8361936" y="1633190"/>
            <a:ext cx="726099" cy="7260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44ACCD97-5274-8278-87F6-53E114EE91F5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455408" y="1726662"/>
            <a:ext cx="539155" cy="5391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</p:spTree>
    <p:extLst>
      <p:ext uri="{BB962C8B-B14F-4D97-AF65-F5344CB8AC3E}">
        <p14:creationId xmlns:p14="http://schemas.microsoft.com/office/powerpoint/2010/main" val="35569300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s and small icon,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ED1694B-44D6-0E46-859F-7BFD5B5C48B1}"/>
              </a:ext>
            </a:extLst>
          </p:cNvPr>
          <p:cNvSpPr/>
          <p:nvPr/>
        </p:nvSpPr>
        <p:spPr>
          <a:xfrm>
            <a:off x="0" y="0"/>
            <a:ext cx="12192000" cy="3789363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CDC655-D415-E2C7-BCC0-8118F1D1B0A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15F860-D179-9FA4-3305-43308BA3C4AE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800155-6B0B-806B-E013-0F46FB4DC143}"/>
              </a:ext>
            </a:extLst>
          </p:cNvPr>
          <p:cNvSpPr txBox="1"/>
          <p:nvPr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8EFA0-9535-06D5-61FE-B1EDA3F23E6D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2C8B5A9E-96D8-0694-392F-05D42D0FD3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3" name="Title 6">
            <a:extLst>
              <a:ext uri="{FF2B5EF4-FFF2-40B4-BE49-F238E27FC236}">
                <a16:creationId xmlns:a16="http://schemas.microsoft.com/office/drawing/2014/main" id="{A637E4F7-0332-3887-4A88-B5305CB0C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1047A48-3F39-1B49-CD18-F9A71351AC0F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23863" y="1412875"/>
            <a:ext cx="3671887" cy="4752975"/>
          </a:xfrm>
          <a:prstGeom prst="roundRect">
            <a:avLst>
              <a:gd name="adj" fmla="val 682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CB8BE8C-BDB8-9A47-037F-847624C4091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246355" y="1412875"/>
            <a:ext cx="3671887" cy="4752975"/>
          </a:xfrm>
          <a:prstGeom prst="roundRect">
            <a:avLst>
              <a:gd name="adj" fmla="val 6889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BCBB5F6B-74AA-70E7-5E65-333A91E126C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113190" y="1412875"/>
            <a:ext cx="3671887" cy="4752975"/>
          </a:xfrm>
          <a:prstGeom prst="roundRect">
            <a:avLst>
              <a:gd name="adj" fmla="val 9274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6BFC8325-29E1-9E87-0A44-4FDF3734E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16719" y="1871821"/>
            <a:ext cx="2341479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EFE5142-5206-D053-9441-D3EE72FA56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157" y="2562474"/>
            <a:ext cx="3191042" cy="3256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15" name="Vertical Text Placeholder 18">
            <a:extLst>
              <a:ext uri="{FF2B5EF4-FFF2-40B4-BE49-F238E27FC236}">
                <a16:creationId xmlns:a16="http://schemas.microsoft.com/office/drawing/2014/main" id="{81C7E8F0-1A6B-855D-68C9-647CE27E6BCD}"/>
              </a:ext>
            </a:extLst>
          </p:cNvPr>
          <p:cNvSpPr>
            <a:spLocks noGrp="1" noChangeAspect="1"/>
          </p:cNvSpPr>
          <p:nvPr>
            <p:ph type="body" orient="vert" sz="quarter" idx="45" hasCustomPrompt="1"/>
          </p:nvPr>
        </p:nvSpPr>
        <p:spPr>
          <a:xfrm>
            <a:off x="667156" y="1633190"/>
            <a:ext cx="726099" cy="7260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8C337F7D-F898-7A5F-8127-79EC4855237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0628" y="1726662"/>
            <a:ext cx="539155" cy="5391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FCA5B148-D480-92F2-87CA-BBAE9851ED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57199" y="1871821"/>
            <a:ext cx="2341479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9CBB8127-1095-74A2-22AE-DA053DE5D96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07637" y="2562474"/>
            <a:ext cx="3191042" cy="3256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20" name="Vertical Text Placeholder 18">
            <a:extLst>
              <a:ext uri="{FF2B5EF4-FFF2-40B4-BE49-F238E27FC236}">
                <a16:creationId xmlns:a16="http://schemas.microsoft.com/office/drawing/2014/main" id="{6C0DA805-F756-DD36-52E2-DDFED64070C1}"/>
              </a:ext>
            </a:extLst>
          </p:cNvPr>
          <p:cNvSpPr>
            <a:spLocks noGrp="1" noChangeAspect="1"/>
          </p:cNvSpPr>
          <p:nvPr>
            <p:ph type="body" orient="vert" sz="quarter" idx="48"/>
          </p:nvPr>
        </p:nvSpPr>
        <p:spPr>
          <a:xfrm>
            <a:off x="4507636" y="1633190"/>
            <a:ext cx="726099" cy="7260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58717B9F-34C8-667B-BA90-0575D6BF6F8A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601108" y="1726662"/>
            <a:ext cx="539155" cy="5391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C24D8AD-E700-5568-2C06-B1D4BC18706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1499" y="1871821"/>
            <a:ext cx="2341479" cy="30777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2FC3921-32BD-4138-0573-C411B2C0382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61937" y="2562474"/>
            <a:ext cx="3191042" cy="3256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24" name="Vertical Text Placeholder 18">
            <a:extLst>
              <a:ext uri="{FF2B5EF4-FFF2-40B4-BE49-F238E27FC236}">
                <a16:creationId xmlns:a16="http://schemas.microsoft.com/office/drawing/2014/main" id="{98DB83C7-6D61-79F2-1920-0EA90AA8BEDC}"/>
              </a:ext>
            </a:extLst>
          </p:cNvPr>
          <p:cNvSpPr>
            <a:spLocks noGrp="1" noChangeAspect="1"/>
          </p:cNvSpPr>
          <p:nvPr>
            <p:ph type="body" orient="vert" sz="quarter" idx="52" hasCustomPrompt="1"/>
          </p:nvPr>
        </p:nvSpPr>
        <p:spPr>
          <a:xfrm>
            <a:off x="8361936" y="1633190"/>
            <a:ext cx="726099" cy="7260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6E0A5680-1D87-039F-FD43-F4EBA6EF965D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455408" y="1726662"/>
            <a:ext cx="539155" cy="5391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70311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and icons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697794CD-E342-D73B-3149-23C7FD18548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23863" y="1412875"/>
            <a:ext cx="3671887" cy="4752975"/>
          </a:xfrm>
          <a:prstGeom prst="roundRect">
            <a:avLst>
              <a:gd name="adj" fmla="val 10678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0684274-5FD1-0841-9D7E-8AEDB4720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765" y="2820902"/>
            <a:ext cx="3153396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7376CCD-1075-EB46-B372-478C66523C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65" y="3373368"/>
            <a:ext cx="3153396" cy="25389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8" name="Vertical Text Placeholder 18">
            <a:extLst>
              <a:ext uri="{FF2B5EF4-FFF2-40B4-BE49-F238E27FC236}">
                <a16:creationId xmlns:a16="http://schemas.microsoft.com/office/drawing/2014/main" id="{C8B239E7-D1E5-1EF0-98F5-A4AAF7293E94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>
          <a:xfrm>
            <a:off x="659766" y="1718464"/>
            <a:ext cx="857750" cy="857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D2AD26-E267-34DC-71D4-F197AC6B8F9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83522" y="1842220"/>
            <a:ext cx="610238" cy="6102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461CE9DA-5CB5-BA6C-FEE8-210B405CE5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9" name="Title 6">
            <a:extLst>
              <a:ext uri="{FF2B5EF4-FFF2-40B4-BE49-F238E27FC236}">
                <a16:creationId xmlns:a16="http://schemas.microsoft.com/office/drawing/2014/main" id="{2165A033-1FD9-7C44-8F7D-01CB806C91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C553C912-8B17-9D3A-0E7B-4DA6F126158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255502" y="1412875"/>
            <a:ext cx="3671887" cy="4752975"/>
          </a:xfrm>
          <a:prstGeom prst="roundRect">
            <a:avLst>
              <a:gd name="adj" fmla="val 11623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B2336E27-23A9-DCED-AFFB-ECACABA80CB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088467" y="1412875"/>
            <a:ext cx="3671887" cy="4752975"/>
          </a:xfrm>
          <a:prstGeom prst="roundRect">
            <a:avLst>
              <a:gd name="adj" fmla="val 9732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7340088-E767-A256-439B-5B7D8E4DC7E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519302" y="2820902"/>
            <a:ext cx="3153396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79E669A-F9F3-A74F-2830-41BCF95BDF3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519302" y="3373368"/>
            <a:ext cx="3153396" cy="25389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5" name="Vertical Text Placeholder 18">
            <a:extLst>
              <a:ext uri="{FF2B5EF4-FFF2-40B4-BE49-F238E27FC236}">
                <a16:creationId xmlns:a16="http://schemas.microsoft.com/office/drawing/2014/main" id="{8152C0DC-9457-1138-4B77-8A60BC33F38E}"/>
              </a:ext>
            </a:extLst>
          </p:cNvPr>
          <p:cNvSpPr>
            <a:spLocks noGrp="1"/>
          </p:cNvSpPr>
          <p:nvPr>
            <p:ph type="body" orient="vert" sz="quarter" idx="65"/>
          </p:nvPr>
        </p:nvSpPr>
        <p:spPr>
          <a:xfrm>
            <a:off x="4519303" y="1718464"/>
            <a:ext cx="857750" cy="857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619673C-2F1E-90C3-0FE3-DC8449C0E30F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643059" y="1842220"/>
            <a:ext cx="610238" cy="6102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89EC64-C379-E3E5-C747-DD978606D4E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378838" y="2820902"/>
            <a:ext cx="3153396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2B1EFE4-FC14-3299-F565-DA1713C36CC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378838" y="3373368"/>
            <a:ext cx="3153396" cy="25389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18" name="Vertical Text Placeholder 18">
            <a:extLst>
              <a:ext uri="{FF2B5EF4-FFF2-40B4-BE49-F238E27FC236}">
                <a16:creationId xmlns:a16="http://schemas.microsoft.com/office/drawing/2014/main" id="{C7DB6A06-F70A-B102-ED9D-A894B869018C}"/>
              </a:ext>
            </a:extLst>
          </p:cNvPr>
          <p:cNvSpPr>
            <a:spLocks noGrp="1"/>
          </p:cNvSpPr>
          <p:nvPr>
            <p:ph type="body" orient="vert" sz="quarter" idx="69"/>
          </p:nvPr>
        </p:nvSpPr>
        <p:spPr>
          <a:xfrm>
            <a:off x="8378839" y="1718464"/>
            <a:ext cx="857750" cy="857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7C67F126-939F-C127-AF86-434445D36B8E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502595" y="1842220"/>
            <a:ext cx="610238" cy="6102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</p:spTree>
    <p:extLst>
      <p:ext uri="{BB962C8B-B14F-4D97-AF65-F5344CB8AC3E}">
        <p14:creationId xmlns:p14="http://schemas.microsoft.com/office/powerpoint/2010/main" val="2347387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s and icons, colo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443181-BAF5-A4E5-1CDD-20F5ACD33FBB}"/>
              </a:ext>
            </a:extLst>
          </p:cNvPr>
          <p:cNvSpPr/>
          <p:nvPr/>
        </p:nvSpPr>
        <p:spPr>
          <a:xfrm>
            <a:off x="0" y="0"/>
            <a:ext cx="12192000" cy="2686014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1EDDB-2FD1-CB98-07DC-9A1A57A8A483}"/>
              </a:ext>
            </a:extLst>
          </p:cNvPr>
          <p:cNvSpPr txBox="1"/>
          <p:nvPr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2025 dunnhumby / All rights reserved / Confidential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A49057-740D-7032-F87F-F483E7E05B28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2025 dunnhumby / All rights reserved / Confidential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461CE9DA-5CB5-BA6C-FEE8-210B405CE5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9" name="Title 6">
            <a:extLst>
              <a:ext uri="{FF2B5EF4-FFF2-40B4-BE49-F238E27FC236}">
                <a16:creationId xmlns:a16="http://schemas.microsoft.com/office/drawing/2014/main" id="{2165A033-1FD9-7C44-8F7D-01CB806C91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C501572D-82A0-FBA0-F44A-D9A4F141E69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6BDCBFB-3775-9C96-78CD-EAA4B7A6A1DE}"/>
              </a:ext>
            </a:extLst>
          </p:cNvPr>
          <p:cNvCxnSpPr/>
          <p:nvPr userDrawn="1"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ADBD19A-467F-9930-B749-FB3F19C30987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B6A3B7-8042-7260-E556-25395C2D14F5}"/>
              </a:ext>
            </a:extLst>
          </p:cNvPr>
          <p:cNvSpPr txBox="1"/>
          <p:nvPr userDrawn="1"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1DB743EB-A490-44B9-9536-3B6812ECD8C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23863" y="1412875"/>
            <a:ext cx="3671887" cy="4752975"/>
          </a:xfrm>
          <a:prstGeom prst="roundRect">
            <a:avLst>
              <a:gd name="adj" fmla="val 10678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B5E0050-1DD8-35E5-692B-957C2907CF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765" y="2820902"/>
            <a:ext cx="3153396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BE6270B-0F1C-1F7D-B066-8BF8BDEB31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65" y="3373368"/>
            <a:ext cx="3153396" cy="25389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7" name="Vertical Text Placeholder 18">
            <a:extLst>
              <a:ext uri="{FF2B5EF4-FFF2-40B4-BE49-F238E27FC236}">
                <a16:creationId xmlns:a16="http://schemas.microsoft.com/office/drawing/2014/main" id="{5C710FB6-814B-2143-90EB-E221111942B3}"/>
              </a:ext>
            </a:extLst>
          </p:cNvPr>
          <p:cNvSpPr>
            <a:spLocks noGrp="1"/>
          </p:cNvSpPr>
          <p:nvPr>
            <p:ph type="body" orient="vert" sz="quarter" idx="45" hasCustomPrompt="1"/>
          </p:nvPr>
        </p:nvSpPr>
        <p:spPr>
          <a:xfrm>
            <a:off x="659766" y="1718464"/>
            <a:ext cx="857750" cy="857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q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04353057-A9C0-9BDE-DCD8-8E1BC23A2FB4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83522" y="1842220"/>
            <a:ext cx="610238" cy="6102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6FCE3EBF-0A0E-DBC0-EC9A-5EC4097DCB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255502" y="1412875"/>
            <a:ext cx="3671887" cy="4752975"/>
          </a:xfrm>
          <a:prstGeom prst="roundRect">
            <a:avLst>
              <a:gd name="adj" fmla="val 11623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EECB06BD-7AB8-B6DC-D175-0A7A0757F216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088467" y="1412875"/>
            <a:ext cx="3671887" cy="4752975"/>
          </a:xfrm>
          <a:prstGeom prst="roundRect">
            <a:avLst>
              <a:gd name="adj" fmla="val 9732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883515C-EBA9-B801-004B-E263B109F3A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519302" y="2820902"/>
            <a:ext cx="3153396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F3198D0-FBD2-008A-978F-3C3C9786687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519302" y="3373368"/>
            <a:ext cx="3153396" cy="25389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24" name="Vertical Text Placeholder 18">
            <a:extLst>
              <a:ext uri="{FF2B5EF4-FFF2-40B4-BE49-F238E27FC236}">
                <a16:creationId xmlns:a16="http://schemas.microsoft.com/office/drawing/2014/main" id="{85C13321-4416-BBE5-D530-215BFD155779}"/>
              </a:ext>
            </a:extLst>
          </p:cNvPr>
          <p:cNvSpPr>
            <a:spLocks noGrp="1"/>
          </p:cNvSpPr>
          <p:nvPr>
            <p:ph type="body" orient="vert" sz="quarter" idx="65"/>
          </p:nvPr>
        </p:nvSpPr>
        <p:spPr>
          <a:xfrm>
            <a:off x="4519303" y="1718464"/>
            <a:ext cx="857750" cy="857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B034E8AF-D23B-7682-D2CE-5D57885D8205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643059" y="1842220"/>
            <a:ext cx="610238" cy="6102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7E6CF52-41B4-3E8E-5E26-DF3820DD431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378838" y="2820902"/>
            <a:ext cx="3153396" cy="30777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8C9D19E-EEF6-FA63-3BF3-F83AA2AAFFD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378838" y="3373368"/>
            <a:ext cx="3153396" cy="25389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34" name="Vertical Text Placeholder 18">
            <a:extLst>
              <a:ext uri="{FF2B5EF4-FFF2-40B4-BE49-F238E27FC236}">
                <a16:creationId xmlns:a16="http://schemas.microsoft.com/office/drawing/2014/main" id="{E2BAD662-A3BB-AB10-87B0-9EDB051E5BEB}"/>
              </a:ext>
            </a:extLst>
          </p:cNvPr>
          <p:cNvSpPr>
            <a:spLocks noGrp="1"/>
          </p:cNvSpPr>
          <p:nvPr>
            <p:ph type="body" orient="vert" sz="quarter" idx="69"/>
          </p:nvPr>
        </p:nvSpPr>
        <p:spPr>
          <a:xfrm>
            <a:off x="8378839" y="1718464"/>
            <a:ext cx="857750" cy="857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2664BC43-ECA6-35A7-DF35-6BE8955439D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502595" y="1842220"/>
            <a:ext cx="610238" cy="6102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</p:spTree>
    <p:extLst>
      <p:ext uri="{BB962C8B-B14F-4D97-AF65-F5344CB8AC3E}">
        <p14:creationId xmlns:p14="http://schemas.microsoft.com/office/powerpoint/2010/main" val="10413341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and images">
    <p:bg>
      <p:bgPr>
        <a:gradFill>
          <a:gsLst>
            <a:gs pos="32000">
              <a:schemeClr val="accent1">
                <a:alpha val="5000"/>
              </a:schemeClr>
            </a:gs>
            <a:gs pos="0">
              <a:schemeClr val="accent5">
                <a:alpha val="5000"/>
              </a:schemeClr>
            </a:gs>
            <a:gs pos="100000">
              <a:schemeClr val="accent4">
                <a:alpha val="5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C1FD56-C071-862C-8EBE-31D55B5AE954}"/>
              </a:ext>
            </a:extLst>
          </p:cNvPr>
          <p:cNvSpPr/>
          <p:nvPr userDrawn="1"/>
        </p:nvSpPr>
        <p:spPr>
          <a:xfrm>
            <a:off x="0" y="0"/>
            <a:ext cx="12192000" cy="2116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459E8F5-95C7-C23B-7234-AF6AF0A9CF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66B7BC70-C706-562D-24CA-C59A405CF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3" name="Google Shape;450;p8">
            <a:extLst>
              <a:ext uri="{FF2B5EF4-FFF2-40B4-BE49-F238E27FC236}">
                <a16:creationId xmlns:a16="http://schemas.microsoft.com/office/drawing/2014/main" id="{19E866B9-2041-6CD3-571C-058BA29869EC}"/>
              </a:ext>
            </a:extLst>
          </p:cNvPr>
          <p:cNvSpPr/>
          <p:nvPr userDrawn="1"/>
        </p:nvSpPr>
        <p:spPr>
          <a:xfrm>
            <a:off x="3321075" y="2812198"/>
            <a:ext cx="2660700" cy="3369003"/>
          </a:xfrm>
          <a:prstGeom prst="round2SameRect">
            <a:avLst>
              <a:gd name="adj1" fmla="val 0"/>
              <a:gd name="adj2" fmla="val 1189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/>
          <a:p>
            <a:pPr lvl="0" indent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sz="100">
              <a:solidFill>
                <a:schemeClr val="bg1">
                  <a:alpha val="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" name="Google Shape;444;p8">
            <a:extLst>
              <a:ext uri="{FF2B5EF4-FFF2-40B4-BE49-F238E27FC236}">
                <a16:creationId xmlns:a16="http://schemas.microsoft.com/office/drawing/2014/main" id="{5C47EADD-D3BF-9C46-C323-3FF155DB9DD9}"/>
              </a:ext>
            </a:extLst>
          </p:cNvPr>
          <p:cNvSpPr/>
          <p:nvPr userDrawn="1"/>
        </p:nvSpPr>
        <p:spPr>
          <a:xfrm>
            <a:off x="433095" y="2812198"/>
            <a:ext cx="2660400" cy="3369003"/>
          </a:xfrm>
          <a:prstGeom prst="round2SameRect">
            <a:avLst>
              <a:gd name="adj1" fmla="val 0"/>
              <a:gd name="adj2" fmla="val 1057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/>
          <a:p>
            <a:pPr lvl="0" indent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sz="100">
              <a:solidFill>
                <a:schemeClr val="bg1">
                  <a:alpha val="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Google Shape;455;p8">
            <a:extLst>
              <a:ext uri="{FF2B5EF4-FFF2-40B4-BE49-F238E27FC236}">
                <a16:creationId xmlns:a16="http://schemas.microsoft.com/office/drawing/2014/main" id="{0D5FA8FC-FC73-38ED-9911-ECDF99D59E06}"/>
              </a:ext>
            </a:extLst>
          </p:cNvPr>
          <p:cNvSpPr/>
          <p:nvPr userDrawn="1"/>
        </p:nvSpPr>
        <p:spPr>
          <a:xfrm>
            <a:off x="6220485" y="2812198"/>
            <a:ext cx="2660700" cy="3369003"/>
          </a:xfrm>
          <a:prstGeom prst="round2SameRect">
            <a:avLst>
              <a:gd name="adj1" fmla="val 0"/>
              <a:gd name="adj2" fmla="val 11235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/>
          <a:p>
            <a:pPr lvl="0" indent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sz="100">
              <a:solidFill>
                <a:schemeClr val="bg1">
                  <a:alpha val="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460;p8">
            <a:extLst>
              <a:ext uri="{FF2B5EF4-FFF2-40B4-BE49-F238E27FC236}">
                <a16:creationId xmlns:a16="http://schemas.microsoft.com/office/drawing/2014/main" id="{1BC61A55-CF78-CD28-C9BC-0A048D43413E}"/>
              </a:ext>
            </a:extLst>
          </p:cNvPr>
          <p:cNvSpPr/>
          <p:nvPr userDrawn="1"/>
        </p:nvSpPr>
        <p:spPr>
          <a:xfrm>
            <a:off x="9122435" y="2812198"/>
            <a:ext cx="2660700" cy="3353652"/>
          </a:xfrm>
          <a:prstGeom prst="round2SameRect">
            <a:avLst>
              <a:gd name="adj1" fmla="val 0"/>
              <a:gd name="adj2" fmla="val 8592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/>
          <a:p>
            <a:pPr lvl="0" indent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sz="100">
              <a:solidFill>
                <a:schemeClr val="bg1">
                  <a:alpha val="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5EAC687-E620-2748-8FE2-3D2516E3D23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3071" y="1416050"/>
            <a:ext cx="2660700" cy="1397398"/>
          </a:xfrm>
          <a:prstGeom prst="round2SameRect">
            <a:avLst/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photo here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50A634C9-3504-3C47-AF4C-1951A9EEC48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1075" y="1416050"/>
            <a:ext cx="2660700" cy="1397398"/>
          </a:xfrm>
          <a:prstGeom prst="round2SameRect">
            <a:avLst/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photo here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7341090E-23DD-0E4D-97E8-2BD06945D9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2476" y="1414800"/>
            <a:ext cx="2660700" cy="1397398"/>
          </a:xfrm>
          <a:prstGeom prst="round2SameRect">
            <a:avLst/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photo here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1F1C1AC5-4A54-7344-86BE-52BAD872EF0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22435" y="1414800"/>
            <a:ext cx="2660700" cy="1397398"/>
          </a:xfrm>
          <a:prstGeom prst="round2SameRect">
            <a:avLst/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photo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7A4FE0A1-2007-2E41-A5DC-F459954773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208" y="2991679"/>
            <a:ext cx="2250247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90669D2-2F9E-FF4C-AA3E-0E88D1491C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208" y="3448158"/>
            <a:ext cx="2250247" cy="24738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02FDA20D-DA0F-9D4B-8F62-35CCA46629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0360" y="2991679"/>
            <a:ext cx="2250247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54A06573-497B-9344-BF4E-5FBE5B7CA9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20360" y="3448158"/>
            <a:ext cx="2250247" cy="24738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412353DE-961C-9444-87E6-6B23A49FAC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8941" y="2991679"/>
            <a:ext cx="2250247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3209A798-E810-1D43-85F7-BA28E89F5E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8941" y="3448158"/>
            <a:ext cx="2250247" cy="24738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6C7BD2FA-4E6B-054C-814D-240C83ACF1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34420" y="2991679"/>
            <a:ext cx="2250247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D26C50A2-03A6-B544-B7AE-0A742EA76B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34420" y="3448158"/>
            <a:ext cx="2250247" cy="24738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</p:spTree>
    <p:extLst>
      <p:ext uri="{BB962C8B-B14F-4D97-AF65-F5344CB8AC3E}">
        <p14:creationId xmlns:p14="http://schemas.microsoft.com/office/powerpoint/2010/main" val="572856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s and icons_colo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51CF4B-108B-F85E-1672-438ACA9AB968}"/>
              </a:ext>
            </a:extLst>
          </p:cNvPr>
          <p:cNvSpPr/>
          <p:nvPr userDrawn="1"/>
        </p:nvSpPr>
        <p:spPr>
          <a:xfrm>
            <a:off x="0" y="1"/>
            <a:ext cx="12192000" cy="2686014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4E1C2C84-9683-FA9C-B3FE-CF3F14F69F47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330349" y="1412875"/>
            <a:ext cx="2646001" cy="4752975"/>
          </a:xfrm>
          <a:prstGeom prst="roundRect">
            <a:avLst>
              <a:gd name="adj" fmla="val 11351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EE2C4F36-E7DC-3E48-D410-55FFAA9F8FB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271252" y="1412875"/>
            <a:ext cx="2646001" cy="4752975"/>
          </a:xfrm>
          <a:prstGeom prst="roundRect">
            <a:avLst>
              <a:gd name="adj" fmla="val 12680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3" name="Text Placeholder 11">
            <a:extLst>
              <a:ext uri="{FF2B5EF4-FFF2-40B4-BE49-F238E27FC236}">
                <a16:creationId xmlns:a16="http://schemas.microsoft.com/office/drawing/2014/main" id="{9A896899-0C69-6189-D293-53591D7CC742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9163254" y="1412875"/>
            <a:ext cx="2646001" cy="4752975"/>
          </a:xfrm>
          <a:prstGeom prst="roundRect">
            <a:avLst>
              <a:gd name="adj" fmla="val 1068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918CE6A-BD9A-8B4D-9CDD-160B0210999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7FF4D04-A4D4-3248-9474-C5BFE4C4F881}"/>
              </a:ext>
            </a:extLst>
          </p:cNvPr>
          <p:cNvCxnSpPr/>
          <p:nvPr userDrawn="1"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A9CACEA-F270-464D-AAD3-AD4B02A27CE4}"/>
              </a:ext>
            </a:extLst>
          </p:cNvPr>
          <p:cNvSpPr txBox="1"/>
          <p:nvPr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35D4E9-41E7-7C42-8CDF-83D4DF74DE22}"/>
              </a:ext>
            </a:extLst>
          </p:cNvPr>
          <p:cNvSpPr txBox="1"/>
          <p:nvPr userDrawn="1"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CD1F5914-02B3-939A-D388-D950555785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1" name="Title 6">
            <a:extLst>
              <a:ext uri="{FF2B5EF4-FFF2-40B4-BE49-F238E27FC236}">
                <a16:creationId xmlns:a16="http://schemas.microsoft.com/office/drawing/2014/main" id="{E1E726B8-22C3-7028-9343-341AE18A3E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36935473-B182-2C64-B83A-6C149053B69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23863" y="1412875"/>
            <a:ext cx="2646001" cy="4752975"/>
          </a:xfrm>
          <a:prstGeom prst="roundRect">
            <a:avLst>
              <a:gd name="adj" fmla="val 14009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11FF1DA2-48A2-567F-172A-7E7341F65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765" y="2952327"/>
            <a:ext cx="221406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553B201C-2C9E-0C76-E6EF-E40E6B141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65" y="3429000"/>
            <a:ext cx="2214064" cy="24832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35" name="Vertical Text Placeholder 18">
            <a:extLst>
              <a:ext uri="{FF2B5EF4-FFF2-40B4-BE49-F238E27FC236}">
                <a16:creationId xmlns:a16="http://schemas.microsoft.com/office/drawing/2014/main" id="{ECFBB1E6-FD41-8867-E143-C3A01EFF9277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>
          <a:xfrm>
            <a:off x="1252751" y="1718463"/>
            <a:ext cx="988225" cy="9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62EFB2B4-0CD8-6979-611A-BDE9609C4B9A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395332" y="1861044"/>
            <a:ext cx="703063" cy="703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5BAA6421-45A2-17E7-4A5D-69BB030D04F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566251" y="2952327"/>
            <a:ext cx="221406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CA53CBAB-BF0A-7E49-C94B-96262ED94C8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566251" y="3429000"/>
            <a:ext cx="2214064" cy="24832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46" name="Vertical Text Placeholder 18">
            <a:extLst>
              <a:ext uri="{FF2B5EF4-FFF2-40B4-BE49-F238E27FC236}">
                <a16:creationId xmlns:a16="http://schemas.microsoft.com/office/drawing/2014/main" id="{0BF35025-92E7-46C5-CDAE-9510FAC7AC07}"/>
              </a:ext>
            </a:extLst>
          </p:cNvPr>
          <p:cNvSpPr>
            <a:spLocks noGrp="1"/>
          </p:cNvSpPr>
          <p:nvPr>
            <p:ph type="body" orient="vert" sz="quarter" idx="63"/>
          </p:nvPr>
        </p:nvSpPr>
        <p:spPr>
          <a:xfrm>
            <a:off x="4159237" y="1718463"/>
            <a:ext cx="988225" cy="9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F96D9788-7051-F105-6852-90C0BEA5C429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4301818" y="1861044"/>
            <a:ext cx="703063" cy="703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A063BD13-BFB6-75B1-5090-54044619DBE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507154" y="2952327"/>
            <a:ext cx="221406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27D679A1-3692-01FB-0E2F-381FF2B0EF7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507154" y="3429000"/>
            <a:ext cx="2214064" cy="24832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51" name="Vertical Text Placeholder 18">
            <a:extLst>
              <a:ext uri="{FF2B5EF4-FFF2-40B4-BE49-F238E27FC236}">
                <a16:creationId xmlns:a16="http://schemas.microsoft.com/office/drawing/2014/main" id="{DFD4E580-CAE9-5BAD-6430-DD3E7363E6E0}"/>
              </a:ext>
            </a:extLst>
          </p:cNvPr>
          <p:cNvSpPr>
            <a:spLocks noGrp="1"/>
          </p:cNvSpPr>
          <p:nvPr>
            <p:ph type="body" orient="vert" sz="quarter" idx="68"/>
          </p:nvPr>
        </p:nvSpPr>
        <p:spPr>
          <a:xfrm>
            <a:off x="7100140" y="1718463"/>
            <a:ext cx="988225" cy="9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9">
            <a:extLst>
              <a:ext uri="{FF2B5EF4-FFF2-40B4-BE49-F238E27FC236}">
                <a16:creationId xmlns:a16="http://schemas.microsoft.com/office/drawing/2014/main" id="{736B9952-F2D6-05CA-72D4-D319DEFA3298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242721" y="1861044"/>
            <a:ext cx="703063" cy="703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F15143E1-7939-E024-CFF3-6B38144BEA3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399156" y="2952327"/>
            <a:ext cx="221406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99CE6ADA-EA80-606C-774F-14980AD8A8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399156" y="3429000"/>
            <a:ext cx="2214064" cy="24832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56" name="Vertical Text Placeholder 18">
            <a:extLst>
              <a:ext uri="{FF2B5EF4-FFF2-40B4-BE49-F238E27FC236}">
                <a16:creationId xmlns:a16="http://schemas.microsoft.com/office/drawing/2014/main" id="{AC7D3F72-59D7-07A2-5179-DA601EE563FD}"/>
              </a:ext>
            </a:extLst>
          </p:cNvPr>
          <p:cNvSpPr>
            <a:spLocks noGrp="1"/>
          </p:cNvSpPr>
          <p:nvPr>
            <p:ph type="body" orient="vert" sz="quarter" idx="73"/>
          </p:nvPr>
        </p:nvSpPr>
        <p:spPr>
          <a:xfrm>
            <a:off x="9992142" y="1718463"/>
            <a:ext cx="988225" cy="9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B87F9E7F-6A28-880F-AF36-8FFAFCDB327F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0134723" y="1861044"/>
            <a:ext cx="703063" cy="703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</p:spTree>
    <p:extLst>
      <p:ext uri="{BB962C8B-B14F-4D97-AF65-F5344CB8AC3E}">
        <p14:creationId xmlns:p14="http://schemas.microsoft.com/office/powerpoint/2010/main" val="37642634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and icons">
    <p:bg>
      <p:bgPr>
        <a:gradFill>
          <a:gsLst>
            <a:gs pos="32000">
              <a:schemeClr val="accent1">
                <a:alpha val="5000"/>
              </a:schemeClr>
            </a:gs>
            <a:gs pos="0">
              <a:schemeClr val="accent5">
                <a:alpha val="5000"/>
              </a:schemeClr>
            </a:gs>
            <a:gs pos="100000">
              <a:schemeClr val="accent4">
                <a:alpha val="5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4E1C2C84-9683-FA9C-B3FE-CF3F14F69F47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330349" y="1412875"/>
            <a:ext cx="2646001" cy="4752975"/>
          </a:xfrm>
          <a:prstGeom prst="roundRect">
            <a:avLst>
              <a:gd name="adj" fmla="val 9421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EE2C4F36-E7DC-3E48-D410-55FFAA9F8FB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271252" y="1412875"/>
            <a:ext cx="2646001" cy="4752975"/>
          </a:xfrm>
          <a:prstGeom prst="roundRect">
            <a:avLst>
              <a:gd name="adj" fmla="val 9421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3" name="Text Placeholder 11">
            <a:extLst>
              <a:ext uri="{FF2B5EF4-FFF2-40B4-BE49-F238E27FC236}">
                <a16:creationId xmlns:a16="http://schemas.microsoft.com/office/drawing/2014/main" id="{9A896899-0C69-6189-D293-53591D7CC742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9163254" y="1412875"/>
            <a:ext cx="2646001" cy="4752975"/>
          </a:xfrm>
          <a:prstGeom prst="roundRect">
            <a:avLst>
              <a:gd name="adj" fmla="val 9978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CD1F5914-02B3-939A-D388-D950555785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1" name="Title 6">
            <a:extLst>
              <a:ext uri="{FF2B5EF4-FFF2-40B4-BE49-F238E27FC236}">
                <a16:creationId xmlns:a16="http://schemas.microsoft.com/office/drawing/2014/main" id="{E1E726B8-22C3-7028-9343-341AE18A3E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36935473-B182-2C64-B83A-6C149053B69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23863" y="1412875"/>
            <a:ext cx="2646001" cy="4752975"/>
          </a:xfrm>
          <a:prstGeom prst="roundRect">
            <a:avLst>
              <a:gd name="adj" fmla="val 8864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11FF1DA2-48A2-567F-172A-7E7341F65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765" y="2952327"/>
            <a:ext cx="221406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553B201C-2C9E-0C76-E6EF-E40E6B141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65" y="3429000"/>
            <a:ext cx="2214064" cy="24832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35" name="Vertical Text Placeholder 18">
            <a:extLst>
              <a:ext uri="{FF2B5EF4-FFF2-40B4-BE49-F238E27FC236}">
                <a16:creationId xmlns:a16="http://schemas.microsoft.com/office/drawing/2014/main" id="{ECFBB1E6-FD41-8867-E143-C3A01EFF9277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>
          <a:xfrm>
            <a:off x="1252751" y="1718463"/>
            <a:ext cx="988225" cy="9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62EFB2B4-0CD8-6979-611A-BDE9609C4B9A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395332" y="1861044"/>
            <a:ext cx="703063" cy="703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5BAA6421-45A2-17E7-4A5D-69BB030D04F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566251" y="2952327"/>
            <a:ext cx="221406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CA53CBAB-BF0A-7E49-C94B-96262ED94C8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566251" y="3429000"/>
            <a:ext cx="2214064" cy="24832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46" name="Vertical Text Placeholder 18">
            <a:extLst>
              <a:ext uri="{FF2B5EF4-FFF2-40B4-BE49-F238E27FC236}">
                <a16:creationId xmlns:a16="http://schemas.microsoft.com/office/drawing/2014/main" id="{0BF35025-92E7-46C5-CDAE-9510FAC7AC07}"/>
              </a:ext>
            </a:extLst>
          </p:cNvPr>
          <p:cNvSpPr>
            <a:spLocks noGrp="1"/>
          </p:cNvSpPr>
          <p:nvPr>
            <p:ph type="body" orient="vert" sz="quarter" idx="63"/>
          </p:nvPr>
        </p:nvSpPr>
        <p:spPr>
          <a:xfrm>
            <a:off x="4159237" y="1718463"/>
            <a:ext cx="988225" cy="9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F96D9788-7051-F105-6852-90C0BEA5C429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4301818" y="1861044"/>
            <a:ext cx="703063" cy="703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A063BD13-BFB6-75B1-5090-54044619DBE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507154" y="2952327"/>
            <a:ext cx="221406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27D679A1-3692-01FB-0E2F-381FF2B0EF7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507154" y="3429000"/>
            <a:ext cx="2214064" cy="24832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51" name="Vertical Text Placeholder 18">
            <a:extLst>
              <a:ext uri="{FF2B5EF4-FFF2-40B4-BE49-F238E27FC236}">
                <a16:creationId xmlns:a16="http://schemas.microsoft.com/office/drawing/2014/main" id="{DFD4E580-CAE9-5BAD-6430-DD3E7363E6E0}"/>
              </a:ext>
            </a:extLst>
          </p:cNvPr>
          <p:cNvSpPr>
            <a:spLocks noGrp="1"/>
          </p:cNvSpPr>
          <p:nvPr>
            <p:ph type="body" orient="vert" sz="quarter" idx="68"/>
          </p:nvPr>
        </p:nvSpPr>
        <p:spPr>
          <a:xfrm>
            <a:off x="7100140" y="1718463"/>
            <a:ext cx="988225" cy="9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9">
            <a:extLst>
              <a:ext uri="{FF2B5EF4-FFF2-40B4-BE49-F238E27FC236}">
                <a16:creationId xmlns:a16="http://schemas.microsoft.com/office/drawing/2014/main" id="{736B9952-F2D6-05CA-72D4-D319DEFA3298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242721" y="1861044"/>
            <a:ext cx="703063" cy="703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F15143E1-7939-E024-CFF3-6B38144BEA3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399156" y="2952327"/>
            <a:ext cx="221406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99CE6ADA-EA80-606C-774F-14980AD8A8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399156" y="3429000"/>
            <a:ext cx="2214064" cy="24832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56" name="Vertical Text Placeholder 18">
            <a:extLst>
              <a:ext uri="{FF2B5EF4-FFF2-40B4-BE49-F238E27FC236}">
                <a16:creationId xmlns:a16="http://schemas.microsoft.com/office/drawing/2014/main" id="{AC7D3F72-59D7-07A2-5179-DA601EE563FD}"/>
              </a:ext>
            </a:extLst>
          </p:cNvPr>
          <p:cNvSpPr>
            <a:spLocks noGrp="1"/>
          </p:cNvSpPr>
          <p:nvPr>
            <p:ph type="body" orient="vert" sz="quarter" idx="73"/>
          </p:nvPr>
        </p:nvSpPr>
        <p:spPr>
          <a:xfrm>
            <a:off x="9992142" y="1718463"/>
            <a:ext cx="988225" cy="9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/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B87F9E7F-6A28-880F-AF36-8FFAFCDB327F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0134723" y="1861044"/>
            <a:ext cx="703063" cy="703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</p:spTree>
    <p:extLst>
      <p:ext uri="{BB962C8B-B14F-4D97-AF65-F5344CB8AC3E}">
        <p14:creationId xmlns:p14="http://schemas.microsoft.com/office/powerpoint/2010/main" val="18883460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s and icons_colo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792AD81-D803-9744-F2D5-50F33D51DBE8}"/>
              </a:ext>
            </a:extLst>
          </p:cNvPr>
          <p:cNvSpPr/>
          <p:nvPr userDrawn="1"/>
        </p:nvSpPr>
        <p:spPr>
          <a:xfrm>
            <a:off x="0" y="1"/>
            <a:ext cx="12192000" cy="2686014"/>
          </a:xfrm>
          <a:prstGeom prst="rect">
            <a:avLst/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F8489DCE-F2F7-4E68-2E22-D1081D2FD4FA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727226" y="1412875"/>
            <a:ext cx="2173430" cy="4752975"/>
          </a:xfrm>
          <a:prstGeom prst="roundRect">
            <a:avLst>
              <a:gd name="adj" fmla="val 9385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5B0569D1-7C41-57FB-8703-4CEFCC77BFD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5033626" y="1412875"/>
            <a:ext cx="2173430" cy="4752975"/>
          </a:xfrm>
          <a:prstGeom prst="roundRect">
            <a:avLst>
              <a:gd name="adj" fmla="val 11813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2" name="Text Placeholder 11">
            <a:extLst>
              <a:ext uri="{FF2B5EF4-FFF2-40B4-BE49-F238E27FC236}">
                <a16:creationId xmlns:a16="http://schemas.microsoft.com/office/drawing/2014/main" id="{38466A9D-8E48-A200-D08F-932C03F3A29B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7340026" y="1412875"/>
            <a:ext cx="2173430" cy="4752975"/>
          </a:xfrm>
          <a:prstGeom prst="roundRect">
            <a:avLst>
              <a:gd name="adj" fmla="val 11003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89B63C06-895C-6475-B2D6-0C2D98088A09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9629286" y="1412875"/>
            <a:ext cx="2173430" cy="4752975"/>
          </a:xfrm>
          <a:prstGeom prst="roundRect">
            <a:avLst>
              <a:gd name="adj" fmla="val 10194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EAE3E728-E979-0978-0D7B-1F8BBE8E3F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2" name="Title 6">
            <a:extLst>
              <a:ext uri="{FF2B5EF4-FFF2-40B4-BE49-F238E27FC236}">
                <a16:creationId xmlns:a16="http://schemas.microsoft.com/office/drawing/2014/main" id="{FD9ABDD1-63E6-617D-F434-A7FFD49A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918CE6A-BD9A-8B4D-9CDD-160B0210999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27CA2AF-CBCE-C84B-86CC-196042AE7DAD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48A87C4-DEA5-984D-8A78-545AD5C20D2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B47E3-2D6E-8E20-A9C8-638958ECD8D7}"/>
              </a:ext>
            </a:extLst>
          </p:cNvPr>
          <p:cNvSpPr txBox="1"/>
          <p:nvPr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F7AC1370-7B00-BF3E-1367-3BC988262DC2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23864" y="1412875"/>
            <a:ext cx="2173430" cy="4752975"/>
          </a:xfrm>
          <a:prstGeom prst="roundRect">
            <a:avLst>
              <a:gd name="adj" fmla="val 10194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00" smtClean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933F444C-2F6D-1C93-E1DD-7CBCEC7168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765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C2A2DD23-3517-220C-ECF2-AAA2FFB741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65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44" name="Vertical Text Placeholder 18">
            <a:extLst>
              <a:ext uri="{FF2B5EF4-FFF2-40B4-BE49-F238E27FC236}">
                <a16:creationId xmlns:a16="http://schemas.microsoft.com/office/drawing/2014/main" id="{8F488CFB-2CA4-5184-E84F-C124B17B2A56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>
          <a:xfrm>
            <a:off x="590443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B43A017D-1F44-C878-584E-CA48C30BA18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06273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7207E8C5-F382-C798-B147-2817D91ACA7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963127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D5BC9745-3ED0-C8C2-11AE-DEB9F8F16F9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963127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55" name="Vertical Text Placeholder 18">
            <a:extLst>
              <a:ext uri="{FF2B5EF4-FFF2-40B4-BE49-F238E27FC236}">
                <a16:creationId xmlns:a16="http://schemas.microsoft.com/office/drawing/2014/main" id="{33C37ACA-6EE2-A36A-7DCA-3AB5547B0958}"/>
              </a:ext>
            </a:extLst>
          </p:cNvPr>
          <p:cNvSpPr>
            <a:spLocks noGrp="1"/>
          </p:cNvSpPr>
          <p:nvPr>
            <p:ph type="body" orient="vert" sz="quarter" idx="63"/>
          </p:nvPr>
        </p:nvSpPr>
        <p:spPr>
          <a:xfrm>
            <a:off x="2893805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Picture Placeholder 9">
            <a:extLst>
              <a:ext uri="{FF2B5EF4-FFF2-40B4-BE49-F238E27FC236}">
                <a16:creationId xmlns:a16="http://schemas.microsoft.com/office/drawing/2014/main" id="{C244B255-DFCB-3EC9-6E3A-848840341EF1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009635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E18476E3-B1C0-81C9-D9B7-0452CCFC9321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269527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8409B34C-3B79-0505-2C92-03496323DE4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269527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60" name="Vertical Text Placeholder 18">
            <a:extLst>
              <a:ext uri="{FF2B5EF4-FFF2-40B4-BE49-F238E27FC236}">
                <a16:creationId xmlns:a16="http://schemas.microsoft.com/office/drawing/2014/main" id="{78C8ABCC-C3BF-B917-46D5-D1022113CE32}"/>
              </a:ext>
            </a:extLst>
          </p:cNvPr>
          <p:cNvSpPr>
            <a:spLocks noGrp="1"/>
          </p:cNvSpPr>
          <p:nvPr>
            <p:ph type="body" orient="vert" sz="quarter" idx="68"/>
          </p:nvPr>
        </p:nvSpPr>
        <p:spPr>
          <a:xfrm>
            <a:off x="5200205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Picture Placeholder 9">
            <a:extLst>
              <a:ext uri="{FF2B5EF4-FFF2-40B4-BE49-F238E27FC236}">
                <a16:creationId xmlns:a16="http://schemas.microsoft.com/office/drawing/2014/main" id="{D4203315-45B5-98D3-9686-A0BC180F51A6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5316035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E281131B-3CFD-324C-A9F2-56FBC261B6D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575927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64" name="Text Placeholder 6">
            <a:extLst>
              <a:ext uri="{FF2B5EF4-FFF2-40B4-BE49-F238E27FC236}">
                <a16:creationId xmlns:a16="http://schemas.microsoft.com/office/drawing/2014/main" id="{4CE03052-C190-730A-454E-A52DC0D54B3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575927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65" name="Vertical Text Placeholder 18">
            <a:extLst>
              <a:ext uri="{FF2B5EF4-FFF2-40B4-BE49-F238E27FC236}">
                <a16:creationId xmlns:a16="http://schemas.microsoft.com/office/drawing/2014/main" id="{A2F0C406-2C67-61C4-E38A-9DC1E23EC35A}"/>
              </a:ext>
            </a:extLst>
          </p:cNvPr>
          <p:cNvSpPr>
            <a:spLocks noGrp="1"/>
          </p:cNvSpPr>
          <p:nvPr>
            <p:ph type="body" orient="vert" sz="quarter" idx="73"/>
          </p:nvPr>
        </p:nvSpPr>
        <p:spPr>
          <a:xfrm>
            <a:off x="7506605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9">
            <a:extLst>
              <a:ext uri="{FF2B5EF4-FFF2-40B4-BE49-F238E27FC236}">
                <a16:creationId xmlns:a16="http://schemas.microsoft.com/office/drawing/2014/main" id="{2B1F93EE-53F4-880F-6C2D-8DAC334880B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7622435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68" name="Text Placeholder 6">
            <a:extLst>
              <a:ext uri="{FF2B5EF4-FFF2-40B4-BE49-F238E27FC236}">
                <a16:creationId xmlns:a16="http://schemas.microsoft.com/office/drawing/2014/main" id="{9C668A77-2202-0A75-E4EB-A166B960509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865187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69" name="Text Placeholder 6">
            <a:extLst>
              <a:ext uri="{FF2B5EF4-FFF2-40B4-BE49-F238E27FC236}">
                <a16:creationId xmlns:a16="http://schemas.microsoft.com/office/drawing/2014/main" id="{B2F692C5-CE2D-55F2-0BBE-9068D730D0FA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865187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70" name="Vertical Text Placeholder 18">
            <a:extLst>
              <a:ext uri="{FF2B5EF4-FFF2-40B4-BE49-F238E27FC236}">
                <a16:creationId xmlns:a16="http://schemas.microsoft.com/office/drawing/2014/main" id="{C915A3BA-39AD-EFFA-44F9-EAF1A3CF1D44}"/>
              </a:ext>
            </a:extLst>
          </p:cNvPr>
          <p:cNvSpPr>
            <a:spLocks noGrp="1"/>
          </p:cNvSpPr>
          <p:nvPr>
            <p:ph type="body" orient="vert" sz="quarter" idx="78"/>
          </p:nvPr>
        </p:nvSpPr>
        <p:spPr>
          <a:xfrm>
            <a:off x="9795865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Picture Placeholder 9">
            <a:extLst>
              <a:ext uri="{FF2B5EF4-FFF2-40B4-BE49-F238E27FC236}">
                <a16:creationId xmlns:a16="http://schemas.microsoft.com/office/drawing/2014/main" id="{780782FD-A928-ACB4-F9FC-5AE668567A06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9911695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</p:spTree>
    <p:extLst>
      <p:ext uri="{BB962C8B-B14F-4D97-AF65-F5344CB8AC3E}">
        <p14:creationId xmlns:p14="http://schemas.microsoft.com/office/powerpoint/2010/main" val="733857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and icons">
    <p:bg>
      <p:bgPr>
        <a:gradFill>
          <a:gsLst>
            <a:gs pos="32000">
              <a:schemeClr val="accent1">
                <a:alpha val="5000"/>
              </a:schemeClr>
            </a:gs>
            <a:gs pos="0">
              <a:schemeClr val="accent5">
                <a:alpha val="5000"/>
              </a:schemeClr>
            </a:gs>
            <a:gs pos="100000">
              <a:schemeClr val="accent4">
                <a:alpha val="5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2">
            <a:extLst>
              <a:ext uri="{FF2B5EF4-FFF2-40B4-BE49-F238E27FC236}">
                <a16:creationId xmlns:a16="http://schemas.microsoft.com/office/drawing/2014/main" id="{EAE3E728-E979-0978-0D7B-1F8BBE8E3F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00" y="843010"/>
            <a:ext cx="11376026" cy="276999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32" name="Title 6">
            <a:extLst>
              <a:ext uri="{FF2B5EF4-FFF2-40B4-BE49-F238E27FC236}">
                <a16:creationId xmlns:a16="http://schemas.microsoft.com/office/drawing/2014/main" id="{FD9ABDD1-63E6-617D-F434-A7FFD49A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107B7C2C-C70F-CD06-3637-0141ACCE4D1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727226" y="1412875"/>
            <a:ext cx="2173430" cy="4752975"/>
          </a:xfrm>
          <a:prstGeom prst="roundRect">
            <a:avLst>
              <a:gd name="adj" fmla="val 9385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D310150-5EB1-8437-B312-E281AA3CC73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5033626" y="1412875"/>
            <a:ext cx="2173430" cy="4752975"/>
          </a:xfrm>
          <a:prstGeom prst="roundRect">
            <a:avLst>
              <a:gd name="adj" fmla="val 11813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B9976ED-1D20-A725-D0B8-F8CFE02CBE0C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7340026" y="1412875"/>
            <a:ext cx="2173430" cy="4752975"/>
          </a:xfrm>
          <a:prstGeom prst="roundRect">
            <a:avLst>
              <a:gd name="adj" fmla="val 11003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113F85D-6F02-9D42-4CE2-A0F2B9A60AC4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9629286" y="1412875"/>
            <a:ext cx="2173430" cy="4752975"/>
          </a:xfrm>
          <a:prstGeom prst="roundRect">
            <a:avLst>
              <a:gd name="adj" fmla="val 10194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10070AEA-73FC-B68C-6F38-D932F76DB7EF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23864" y="1412875"/>
            <a:ext cx="2173430" cy="4752975"/>
          </a:xfrm>
          <a:prstGeom prst="roundRect">
            <a:avLst>
              <a:gd name="adj" fmla="val 10194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7BBA62-C235-9DF5-D4C0-9E0E701FD3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765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4685B6-C29F-95B9-5EC3-9A2FC5A760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765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9" name="Vertical Text Placeholder 18">
            <a:extLst>
              <a:ext uri="{FF2B5EF4-FFF2-40B4-BE49-F238E27FC236}">
                <a16:creationId xmlns:a16="http://schemas.microsoft.com/office/drawing/2014/main" id="{529C3ED2-1879-505D-95F8-3299C9B0D09E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>
          <a:xfrm>
            <a:off x="590443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056D0C2-6117-29A0-06F5-C20C1D1D0C4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06273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682375B-166C-69E1-CF8F-81325CCBE77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963127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B6F837-DA23-0EA3-8BE2-8153D770163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963127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13" name="Vertical Text Placeholder 18">
            <a:extLst>
              <a:ext uri="{FF2B5EF4-FFF2-40B4-BE49-F238E27FC236}">
                <a16:creationId xmlns:a16="http://schemas.microsoft.com/office/drawing/2014/main" id="{56F13F87-EC0E-331E-9FFA-20E7F1D6B485}"/>
              </a:ext>
            </a:extLst>
          </p:cNvPr>
          <p:cNvSpPr>
            <a:spLocks noGrp="1"/>
          </p:cNvSpPr>
          <p:nvPr>
            <p:ph type="body" orient="vert" sz="quarter" idx="63"/>
          </p:nvPr>
        </p:nvSpPr>
        <p:spPr>
          <a:xfrm>
            <a:off x="2893805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9EA591FB-C19F-0E85-24D9-42E550FCC316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009635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BC82876-AA14-7683-992A-C2CFB579F01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269527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E362E79-ABC5-DB47-D2A1-553740EDBAC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269527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17" name="Vertical Text Placeholder 18">
            <a:extLst>
              <a:ext uri="{FF2B5EF4-FFF2-40B4-BE49-F238E27FC236}">
                <a16:creationId xmlns:a16="http://schemas.microsoft.com/office/drawing/2014/main" id="{17E9F9B3-6E28-42A0-21F1-B9F24E70450B}"/>
              </a:ext>
            </a:extLst>
          </p:cNvPr>
          <p:cNvSpPr>
            <a:spLocks noGrp="1"/>
          </p:cNvSpPr>
          <p:nvPr>
            <p:ph type="body" orient="vert" sz="quarter" idx="68"/>
          </p:nvPr>
        </p:nvSpPr>
        <p:spPr>
          <a:xfrm>
            <a:off x="5200205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C6F680F3-62F2-E0BA-EF0F-5183F1613F6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5316035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585D651-6EBF-179B-4201-AE1DAF8C0B1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575927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980BAE1-7051-9AED-21D6-892237ADD11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575927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21" name="Vertical Text Placeholder 18">
            <a:extLst>
              <a:ext uri="{FF2B5EF4-FFF2-40B4-BE49-F238E27FC236}">
                <a16:creationId xmlns:a16="http://schemas.microsoft.com/office/drawing/2014/main" id="{51C9FFC8-19D7-6487-CAB9-F7EAA4A9D668}"/>
              </a:ext>
            </a:extLst>
          </p:cNvPr>
          <p:cNvSpPr>
            <a:spLocks noGrp="1"/>
          </p:cNvSpPr>
          <p:nvPr>
            <p:ph type="body" orient="vert" sz="quarter" idx="73"/>
          </p:nvPr>
        </p:nvSpPr>
        <p:spPr>
          <a:xfrm>
            <a:off x="7506605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AA13F924-F1A2-8DD9-3E1C-F71BCB2C1A4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7622435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FF05D133-C97C-C1E5-F825-757E3DFD62C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865187" y="2603476"/>
            <a:ext cx="1749138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1800" b="1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</a:t>
            </a:r>
            <a:br>
              <a:rPr lang="en-GB"/>
            </a:br>
            <a:r>
              <a:rPr lang="en-GB"/>
              <a:t>add title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5EED7D82-5BFD-335A-5603-A1A811B673C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865187" y="3322211"/>
            <a:ext cx="1749138" cy="25461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2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GB"/>
              <a:t>Click to add content here</a:t>
            </a:r>
          </a:p>
        </p:txBody>
      </p:sp>
      <p:sp>
        <p:nvSpPr>
          <p:cNvPr id="27" name="Vertical Text Placeholder 18">
            <a:extLst>
              <a:ext uri="{FF2B5EF4-FFF2-40B4-BE49-F238E27FC236}">
                <a16:creationId xmlns:a16="http://schemas.microsoft.com/office/drawing/2014/main" id="{00C36FEF-DBA1-EC89-D64D-51EB8A9033BC}"/>
              </a:ext>
            </a:extLst>
          </p:cNvPr>
          <p:cNvSpPr>
            <a:spLocks noGrp="1"/>
          </p:cNvSpPr>
          <p:nvPr>
            <p:ph type="body" orient="vert" sz="quarter" idx="78"/>
          </p:nvPr>
        </p:nvSpPr>
        <p:spPr>
          <a:xfrm>
            <a:off x="9795865" y="1635926"/>
            <a:ext cx="802812" cy="8028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txBody>
          <a:bodyPr vert="horz"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8B77328E-ED9F-1076-99A2-2B7B92C6AFEF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9911695" y="1751756"/>
            <a:ext cx="571153" cy="5711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Icon here</a:t>
            </a:r>
          </a:p>
        </p:txBody>
      </p:sp>
    </p:spTree>
    <p:extLst>
      <p:ext uri="{BB962C8B-B14F-4D97-AF65-F5344CB8AC3E}">
        <p14:creationId xmlns:p14="http://schemas.microsoft.com/office/powerpoint/2010/main" val="7729472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udy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BF8100F-53DC-9726-C3AE-DF51B835996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84589" y="576001"/>
            <a:ext cx="4428017" cy="2627620"/>
          </a:xfrm>
          <a:prstGeom prst="roundRect">
            <a:avLst>
              <a:gd name="adj" fmla="val 930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95BF7606-B3F0-0069-C4F8-96DCCB00B8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31306" y="576000"/>
            <a:ext cx="3365405" cy="5589850"/>
          </a:xfrm>
          <a:prstGeom prst="roundRect">
            <a:avLst>
              <a:gd name="adj" fmla="val 8307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6D4954F1-84FC-2155-4EB1-DD45C9D2475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84589" y="3510638"/>
            <a:ext cx="4428017" cy="2655212"/>
          </a:xfrm>
          <a:prstGeom prst="roundRect">
            <a:avLst>
              <a:gd name="adj" fmla="val 10044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  <a:effectLst/>
        </p:spPr>
        <p:txBody>
          <a:bodyPr anchor="ctr">
            <a:normAutofit/>
          </a:bodyPr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0DB08F-83B5-E4B5-30F1-2349993BE49D}"/>
              </a:ext>
            </a:extLst>
          </p:cNvPr>
          <p:cNvSpPr/>
          <p:nvPr/>
        </p:nvSpPr>
        <p:spPr>
          <a:xfrm>
            <a:off x="-685800" y="0"/>
            <a:ext cx="3902075" cy="6858000"/>
          </a:xfrm>
          <a:prstGeom prst="roundRect">
            <a:avLst>
              <a:gd name="adj" fmla="val 11259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DB75644-9649-767A-B657-F250BF8CE61E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86A716-630E-9CB5-9041-D6FC12EEBD25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CFEFEA-E458-709F-62CB-3E2D9154C0D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DEE41B-EA0B-6759-3A35-EE41B8663AC0}"/>
              </a:ext>
            </a:extLst>
          </p:cNvPr>
          <p:cNvSpPr txBox="1"/>
          <p:nvPr/>
        </p:nvSpPr>
        <p:spPr>
          <a:xfrm>
            <a:off x="3648077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2DDFFCE-CF13-3C90-959B-16D2A51986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6026" y="1220997"/>
            <a:ext cx="2835965" cy="468336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/>
              <a:t>Click to edit text</a:t>
            </a:r>
            <a:endParaRPr lang="en-GB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4EB8D0-7908-F6A3-CEC9-FCB40A6590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6308" y="759999"/>
            <a:ext cx="2835401" cy="276999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3E214BF-72EC-D739-B296-8090936385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96140" y="1226000"/>
            <a:ext cx="4041359" cy="17204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/>
              <a:t>Click to edit text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D358C12-A954-CB1C-6517-A912323AE5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96016" y="759999"/>
            <a:ext cx="4041483" cy="307007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2045E428-570C-2D69-FCAC-EF13CF82E9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96140" y="4193974"/>
            <a:ext cx="4041359" cy="17103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/>
              <a:t>Click to edit text</a:t>
            </a:r>
            <a:endParaRPr lang="en-GB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5A384E0B-7EB5-5071-C2CB-2A8F42A85F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96016" y="3727973"/>
            <a:ext cx="4041483" cy="307007"/>
          </a:xfr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7" name="Title 11">
            <a:extLst>
              <a:ext uri="{FF2B5EF4-FFF2-40B4-BE49-F238E27FC236}">
                <a16:creationId xmlns:a16="http://schemas.microsoft.com/office/drawing/2014/main" id="{D117A62B-6DB9-7791-B33A-5AC8E2E8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576000"/>
            <a:ext cx="2404108" cy="33239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06DD1DE-D1EC-64FF-A37E-0EC4C8C61D48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407988" y="1412874"/>
            <a:ext cx="2404103" cy="47529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93974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8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DeepPurp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45169B00-29EB-2246-3249-F2F4492F6718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45FCBE-7629-0E07-AE01-2B297973B9E9}"/>
              </a:ext>
            </a:extLst>
          </p:cNvPr>
          <p:cNvCxnSpPr/>
          <p:nvPr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FEA48A-7816-0197-EBBE-1A5A206A85D1}"/>
              </a:ext>
            </a:extLst>
          </p:cNvPr>
          <p:cNvSpPr txBox="1"/>
          <p:nvPr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4A3BFF-D07C-A703-23C6-CD25137606A7}"/>
              </a:ext>
            </a:extLst>
          </p:cNvPr>
          <p:cNvSpPr txBox="1"/>
          <p:nvPr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6B899438-77AD-F163-FF70-6C9DA71FE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69332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7296314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White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D6DFF01-B820-B833-2D86-68217FDEA2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3"/>
            <a:ext cx="11376026" cy="332399"/>
          </a:xfrm>
          <a:prstGeom prst="rect">
            <a:avLst/>
          </a:prstGeom>
        </p:spPr>
        <p:txBody>
          <a:bodyPr lIns="0"/>
          <a:lstStyle/>
          <a:p>
            <a:r>
              <a:rPr lang="en-GB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2888794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et in touch_Colo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raphic 14">
            <a:extLst>
              <a:ext uri="{FF2B5EF4-FFF2-40B4-BE49-F238E27FC236}">
                <a16:creationId xmlns:a16="http://schemas.microsoft.com/office/drawing/2014/main" id="{524485A1-324C-C852-08F4-A042822F3BD8}"/>
              </a:ext>
            </a:extLst>
          </p:cNvPr>
          <p:cNvSpPr/>
          <p:nvPr userDrawn="1"/>
        </p:nvSpPr>
        <p:spPr>
          <a:xfrm>
            <a:off x="7133349" y="-335167"/>
            <a:ext cx="8284432" cy="7381448"/>
          </a:xfrm>
          <a:custGeom>
            <a:avLst/>
            <a:gdLst>
              <a:gd name="connsiteX0" fmla="*/ 2727600 w 3919663"/>
              <a:gd name="connsiteY0" fmla="*/ 0 h 3492429"/>
              <a:gd name="connsiteX1" fmla="*/ 3095895 w 3919663"/>
              <a:gd name="connsiteY1" fmla="*/ 212026 h 3492429"/>
              <a:gd name="connsiteX2" fmla="*/ 3862281 w 3919663"/>
              <a:gd name="connsiteY2" fmla="*/ 1533072 h 3492429"/>
              <a:gd name="connsiteX3" fmla="*/ 3862281 w 3919663"/>
              <a:gd name="connsiteY3" fmla="*/ 1959357 h 3492429"/>
              <a:gd name="connsiteX4" fmla="*/ 3095895 w 3919663"/>
              <a:gd name="connsiteY4" fmla="*/ 3280403 h 3492429"/>
              <a:gd name="connsiteX5" fmla="*/ 2727600 w 3919663"/>
              <a:gd name="connsiteY5" fmla="*/ 3492429 h 3492429"/>
              <a:gd name="connsiteX6" fmla="*/ 1192063 w 3919663"/>
              <a:gd name="connsiteY6" fmla="*/ 3492429 h 3492429"/>
              <a:gd name="connsiteX7" fmla="*/ 823768 w 3919663"/>
              <a:gd name="connsiteY7" fmla="*/ 3280403 h 3492429"/>
              <a:gd name="connsiteX8" fmla="*/ 57383 w 3919663"/>
              <a:gd name="connsiteY8" fmla="*/ 1959251 h 3492429"/>
              <a:gd name="connsiteX9" fmla="*/ 57383 w 3919663"/>
              <a:gd name="connsiteY9" fmla="*/ 1532966 h 3492429"/>
              <a:gd name="connsiteX10" fmla="*/ 823768 w 3919663"/>
              <a:gd name="connsiteY10" fmla="*/ 212026 h 3492429"/>
              <a:gd name="connsiteX11" fmla="*/ 1192063 w 3919663"/>
              <a:gd name="connsiteY11" fmla="*/ 0 h 3492429"/>
              <a:gd name="connsiteX12" fmla="*/ 2727494 w 3919663"/>
              <a:gd name="connsiteY12" fmla="*/ 0 h 3492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19663" h="3492429">
                <a:moveTo>
                  <a:pt x="2727600" y="0"/>
                </a:moveTo>
                <a:cubicBezTo>
                  <a:pt x="2879452" y="0"/>
                  <a:pt x="3019810" y="80772"/>
                  <a:pt x="3095895" y="212026"/>
                </a:cubicBezTo>
                <a:lnTo>
                  <a:pt x="3862281" y="1533072"/>
                </a:lnTo>
                <a:cubicBezTo>
                  <a:pt x="3938791" y="1664858"/>
                  <a:pt x="3938791" y="1827465"/>
                  <a:pt x="3862281" y="1959357"/>
                </a:cubicBezTo>
                <a:lnTo>
                  <a:pt x="3095895" y="3280403"/>
                </a:lnTo>
                <a:cubicBezTo>
                  <a:pt x="3019810" y="3411657"/>
                  <a:pt x="2879452" y="3492429"/>
                  <a:pt x="2727600" y="3492429"/>
                </a:cubicBezTo>
                <a:lnTo>
                  <a:pt x="1192063" y="3492429"/>
                </a:lnTo>
                <a:cubicBezTo>
                  <a:pt x="1040212" y="3492429"/>
                  <a:pt x="899854" y="3411657"/>
                  <a:pt x="823768" y="3280403"/>
                </a:cubicBezTo>
                <a:lnTo>
                  <a:pt x="57383" y="1959251"/>
                </a:lnTo>
                <a:cubicBezTo>
                  <a:pt x="-19128" y="1827465"/>
                  <a:pt x="-19128" y="1664858"/>
                  <a:pt x="57383" y="1532966"/>
                </a:cubicBezTo>
                <a:lnTo>
                  <a:pt x="823768" y="212026"/>
                </a:lnTo>
                <a:cubicBezTo>
                  <a:pt x="899960" y="80772"/>
                  <a:pt x="1040318" y="0"/>
                  <a:pt x="1192063" y="0"/>
                </a:cubicBezTo>
                <a:lnTo>
                  <a:pt x="2727494" y="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BR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9C5AD62-2AC1-1E4A-BDB6-86A0DB7A18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435" y="3466711"/>
            <a:ext cx="2688613" cy="32265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BDCF664-D3BE-B745-A52A-A8CD984F93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6435" y="3895766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Your Job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77A7CCB-DA2F-5043-804C-F7F4B3D7A8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435" y="4204913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email@dunnhumby.com</a:t>
            </a:r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1D67751-DD5B-8C42-9DB6-08C7AE9D09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435" y="4528750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+44 (0) 777 77777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FD7B6-80E5-58CC-F546-38E77C4E8E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6434" y="769433"/>
            <a:ext cx="5861738" cy="112192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Thank you.</a:t>
            </a:r>
            <a:endParaRPr lang="en-BR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AD71FA-7966-CAFA-9DBF-951F29537D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6434" y="1945090"/>
            <a:ext cx="5861738" cy="5587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B85F8-02E9-4AFE-EA10-C7197FF17697}"/>
              </a:ext>
            </a:extLst>
          </p:cNvPr>
          <p:cNvSpPr txBox="1">
            <a:spLocks/>
          </p:cNvSpPr>
          <p:nvPr userDrawn="1"/>
        </p:nvSpPr>
        <p:spPr>
          <a:xfrm>
            <a:off x="8796443" y="2500748"/>
            <a:ext cx="1972534" cy="802338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BR"/>
              <a:t>Connect with us to start the conversation: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F6FE44F-1A47-51C0-D858-8068F3776B3D}"/>
              </a:ext>
            </a:extLst>
          </p:cNvPr>
          <p:cNvSpPr txBox="1">
            <a:spLocks/>
          </p:cNvSpPr>
          <p:nvPr userDrawn="1"/>
        </p:nvSpPr>
        <p:spPr>
          <a:xfrm>
            <a:off x="8796443" y="3452310"/>
            <a:ext cx="2447925" cy="239748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d</a:t>
            </a:r>
            <a:r>
              <a:rPr lang="en-BR" b="1"/>
              <a:t>unnhumby.com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E2330E3-683F-F316-9953-A12846E5D162}"/>
              </a:ext>
            </a:extLst>
          </p:cNvPr>
          <p:cNvSpPr txBox="1">
            <a:spLocks/>
          </p:cNvSpPr>
          <p:nvPr userDrawn="1"/>
        </p:nvSpPr>
        <p:spPr>
          <a:xfrm>
            <a:off x="9305752" y="4341568"/>
            <a:ext cx="2188852" cy="398266"/>
          </a:xfrm>
          <a:prstGeom prst="rect">
            <a:avLst/>
          </a:prstGeom>
        </p:spPr>
        <p:txBody>
          <a:bodyPr lIns="0" tIns="0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200" i="1" err="1"/>
              <a:t>linkedin.com</a:t>
            </a:r>
            <a:r>
              <a:rPr lang="en-GB" sz="1200" i="1"/>
              <a:t>/</a:t>
            </a:r>
            <a:br>
              <a:rPr lang="en-GB" sz="1200" i="1"/>
            </a:br>
            <a:r>
              <a:rPr lang="en-GB" sz="1200" b="1" i="1"/>
              <a:t>company/</a:t>
            </a:r>
            <a:r>
              <a:rPr lang="en-GB" sz="1200" b="1" i="1" err="1"/>
              <a:t>dunnhumby</a:t>
            </a:r>
            <a:endParaRPr lang="en-GB" sz="1200" b="1" i="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176BFC-1EDD-E4FE-A881-3168AA410F76}"/>
              </a:ext>
            </a:extLst>
          </p:cNvPr>
          <p:cNvGrpSpPr/>
          <p:nvPr userDrawn="1"/>
        </p:nvGrpSpPr>
        <p:grpSpPr>
          <a:xfrm>
            <a:off x="8796443" y="1219626"/>
            <a:ext cx="1008061" cy="1008061"/>
            <a:chOff x="8796443" y="1219626"/>
            <a:chExt cx="1008061" cy="100806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449315F-BA1A-0181-1D69-505D2DFBE46C}"/>
                </a:ext>
              </a:extLst>
            </p:cNvPr>
            <p:cNvSpPr/>
            <p:nvPr/>
          </p:nvSpPr>
          <p:spPr>
            <a:xfrm>
              <a:off x="8796443" y="1219626"/>
              <a:ext cx="1008061" cy="10080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BR"/>
            </a:p>
          </p:txBody>
        </p:sp>
        <p:pic>
          <p:nvPicPr>
            <p:cNvPr id="13" name="Picture Placeholder 39">
              <a:extLst>
                <a:ext uri="{FF2B5EF4-FFF2-40B4-BE49-F238E27FC236}">
                  <a16:creationId xmlns:a16="http://schemas.microsoft.com/office/drawing/2014/main" id="{76D78BFA-685E-E441-07EA-69020813A9BD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975725" y="1412875"/>
              <a:ext cx="648480" cy="648480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4AA610-9684-B2A5-774D-AA0E8678EF1D}"/>
              </a:ext>
            </a:extLst>
          </p:cNvPr>
          <p:cNvCxnSpPr>
            <a:cxnSpLocks/>
          </p:cNvCxnSpPr>
          <p:nvPr userDrawn="1"/>
        </p:nvCxnSpPr>
        <p:spPr>
          <a:xfrm>
            <a:off x="8796443" y="4108630"/>
            <a:ext cx="1845017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Placeholder 41">
            <a:extLst>
              <a:ext uri="{FF2B5EF4-FFF2-40B4-BE49-F238E27FC236}">
                <a16:creationId xmlns:a16="http://schemas.microsoft.com/office/drawing/2014/main" id="{F3A63F46-E602-3989-414D-3F274D957C0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7501" y="4304243"/>
            <a:ext cx="445948" cy="44594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56374-DE1A-782B-92D6-79DDDA85A8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9559" y="3466711"/>
            <a:ext cx="2688613" cy="32265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6951D9C-0118-F25F-C698-1D413CF13C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89559" y="3895766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Your Job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1F4D3F7-6A15-1115-6F63-7AD2BA64CA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89559" y="4204913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email@dunnhumby.com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4AF3022-8817-A7E2-86F9-0AE53FFF19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89559" y="4528750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+44 (0) 777 77777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698967C-3DA9-6322-1E6A-C842BFAF35F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16434" y="3355557"/>
            <a:ext cx="2688613" cy="18000"/>
          </a:xfrm>
          <a:solidFill>
            <a:schemeClr val="accent1"/>
          </a:solidFill>
          <a:effectLst>
            <a:outerShdw blurRad="381000" sx="102000" sy="102000" algn="ctr" rotWithShape="0">
              <a:srgbClr val="000000">
                <a:alpha val="10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DC1EA554-0F56-70D4-1A82-37F960DEB35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4087472" y="3355557"/>
            <a:ext cx="2688613" cy="18000"/>
          </a:xfrm>
          <a:solidFill>
            <a:schemeClr val="accent1"/>
          </a:solidFill>
          <a:effectLst>
            <a:outerShdw blurRad="381000" sx="102000" sy="102000" algn="ctr" rotWithShape="0">
              <a:srgbClr val="000000">
                <a:alpha val="10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44D5162-035D-4983-6B44-78C3C976CE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433" y="5498034"/>
            <a:ext cx="1671193" cy="66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396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et in touch_White">
    <p:bg>
      <p:bgPr>
        <a:gradFill>
          <a:gsLst>
            <a:gs pos="32000">
              <a:schemeClr val="accent1">
                <a:alpha val="5000"/>
              </a:schemeClr>
            </a:gs>
            <a:gs pos="0">
              <a:schemeClr val="accent5">
                <a:alpha val="5000"/>
              </a:schemeClr>
            </a:gs>
            <a:gs pos="100000">
              <a:schemeClr val="accent4">
                <a:alpha val="5000"/>
              </a:schemeClr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raphic 14">
            <a:extLst>
              <a:ext uri="{FF2B5EF4-FFF2-40B4-BE49-F238E27FC236}">
                <a16:creationId xmlns:a16="http://schemas.microsoft.com/office/drawing/2014/main" id="{3ACE6346-A9F6-D9A6-0565-D9DC5F9C89BC}"/>
              </a:ext>
            </a:extLst>
          </p:cNvPr>
          <p:cNvSpPr/>
          <p:nvPr userDrawn="1"/>
        </p:nvSpPr>
        <p:spPr>
          <a:xfrm>
            <a:off x="7133349" y="-335167"/>
            <a:ext cx="8284432" cy="7381448"/>
          </a:xfrm>
          <a:custGeom>
            <a:avLst/>
            <a:gdLst>
              <a:gd name="connsiteX0" fmla="*/ 2727600 w 3919663"/>
              <a:gd name="connsiteY0" fmla="*/ 0 h 3492429"/>
              <a:gd name="connsiteX1" fmla="*/ 3095895 w 3919663"/>
              <a:gd name="connsiteY1" fmla="*/ 212026 h 3492429"/>
              <a:gd name="connsiteX2" fmla="*/ 3862281 w 3919663"/>
              <a:gd name="connsiteY2" fmla="*/ 1533072 h 3492429"/>
              <a:gd name="connsiteX3" fmla="*/ 3862281 w 3919663"/>
              <a:gd name="connsiteY3" fmla="*/ 1959357 h 3492429"/>
              <a:gd name="connsiteX4" fmla="*/ 3095895 w 3919663"/>
              <a:gd name="connsiteY4" fmla="*/ 3280403 h 3492429"/>
              <a:gd name="connsiteX5" fmla="*/ 2727600 w 3919663"/>
              <a:gd name="connsiteY5" fmla="*/ 3492429 h 3492429"/>
              <a:gd name="connsiteX6" fmla="*/ 1192063 w 3919663"/>
              <a:gd name="connsiteY6" fmla="*/ 3492429 h 3492429"/>
              <a:gd name="connsiteX7" fmla="*/ 823768 w 3919663"/>
              <a:gd name="connsiteY7" fmla="*/ 3280403 h 3492429"/>
              <a:gd name="connsiteX8" fmla="*/ 57383 w 3919663"/>
              <a:gd name="connsiteY8" fmla="*/ 1959251 h 3492429"/>
              <a:gd name="connsiteX9" fmla="*/ 57383 w 3919663"/>
              <a:gd name="connsiteY9" fmla="*/ 1532966 h 3492429"/>
              <a:gd name="connsiteX10" fmla="*/ 823768 w 3919663"/>
              <a:gd name="connsiteY10" fmla="*/ 212026 h 3492429"/>
              <a:gd name="connsiteX11" fmla="*/ 1192063 w 3919663"/>
              <a:gd name="connsiteY11" fmla="*/ 0 h 3492429"/>
              <a:gd name="connsiteX12" fmla="*/ 2727494 w 3919663"/>
              <a:gd name="connsiteY12" fmla="*/ 0 h 3492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19663" h="3492429">
                <a:moveTo>
                  <a:pt x="2727600" y="0"/>
                </a:moveTo>
                <a:cubicBezTo>
                  <a:pt x="2879452" y="0"/>
                  <a:pt x="3019810" y="80772"/>
                  <a:pt x="3095895" y="212026"/>
                </a:cubicBezTo>
                <a:lnTo>
                  <a:pt x="3862281" y="1533072"/>
                </a:lnTo>
                <a:cubicBezTo>
                  <a:pt x="3938791" y="1664858"/>
                  <a:pt x="3938791" y="1827465"/>
                  <a:pt x="3862281" y="1959357"/>
                </a:cubicBezTo>
                <a:lnTo>
                  <a:pt x="3095895" y="3280403"/>
                </a:lnTo>
                <a:cubicBezTo>
                  <a:pt x="3019810" y="3411657"/>
                  <a:pt x="2879452" y="3492429"/>
                  <a:pt x="2727600" y="3492429"/>
                </a:cubicBezTo>
                <a:lnTo>
                  <a:pt x="1192063" y="3492429"/>
                </a:lnTo>
                <a:cubicBezTo>
                  <a:pt x="1040212" y="3492429"/>
                  <a:pt x="899854" y="3411657"/>
                  <a:pt x="823768" y="3280403"/>
                </a:cubicBezTo>
                <a:lnTo>
                  <a:pt x="57383" y="1959251"/>
                </a:lnTo>
                <a:cubicBezTo>
                  <a:pt x="-19128" y="1827465"/>
                  <a:pt x="-19128" y="1664858"/>
                  <a:pt x="57383" y="1532966"/>
                </a:cubicBezTo>
                <a:lnTo>
                  <a:pt x="823768" y="212026"/>
                </a:lnTo>
                <a:cubicBezTo>
                  <a:pt x="899960" y="80772"/>
                  <a:pt x="1040318" y="0"/>
                  <a:pt x="1192063" y="0"/>
                </a:cubicBezTo>
                <a:lnTo>
                  <a:pt x="2727494" y="0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BR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9C5AD62-2AC1-1E4A-BDB6-86A0DB7A18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435" y="3466711"/>
            <a:ext cx="2688613" cy="32265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BDCF664-D3BE-B745-A52A-A8CD984F93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6435" y="3895766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Your Job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77A7CCB-DA2F-5043-804C-F7F4B3D7A8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435" y="4204913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email@dunnhumby.com</a:t>
            </a:r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1D67751-DD5B-8C42-9DB6-08C7AE9D09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435" y="4528750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+44 (0) 777 77777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FD7B6-80E5-58CC-F546-38E77C4E8E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6434" y="769433"/>
            <a:ext cx="5861738" cy="112192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Add Thank you.</a:t>
            </a:r>
            <a:endParaRPr lang="en-BR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AD71FA-7966-CAFA-9DBF-951F29537D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6433" y="2035735"/>
            <a:ext cx="5859651" cy="424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Let’s stay connected, we’re happy to talk more.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B85F8-02E9-4AFE-EA10-C7197FF17697}"/>
              </a:ext>
            </a:extLst>
          </p:cNvPr>
          <p:cNvSpPr txBox="1">
            <a:spLocks/>
          </p:cNvSpPr>
          <p:nvPr userDrawn="1"/>
        </p:nvSpPr>
        <p:spPr>
          <a:xfrm>
            <a:off x="8796443" y="2500748"/>
            <a:ext cx="1972534" cy="802338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BR">
                <a:solidFill>
                  <a:schemeClr val="bg1"/>
                </a:solidFill>
              </a:rPr>
              <a:t>Connect with us to start the conversation: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F6FE44F-1A47-51C0-D858-8068F3776B3D}"/>
              </a:ext>
            </a:extLst>
          </p:cNvPr>
          <p:cNvSpPr txBox="1">
            <a:spLocks/>
          </p:cNvSpPr>
          <p:nvPr userDrawn="1"/>
        </p:nvSpPr>
        <p:spPr>
          <a:xfrm>
            <a:off x="8796443" y="3452310"/>
            <a:ext cx="2447925" cy="239748"/>
          </a:xfrm>
          <a:prstGeom prst="rect">
            <a:avLst/>
          </a:prstGeom>
        </p:spPr>
        <p:txBody>
          <a:bodyPr lIns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d</a:t>
            </a:r>
            <a:r>
              <a:rPr lang="en-BR" b="1">
                <a:solidFill>
                  <a:schemeClr val="bg1"/>
                </a:solidFill>
              </a:rPr>
              <a:t>unnhumby.com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E2330E3-683F-F316-9953-A12846E5D162}"/>
              </a:ext>
            </a:extLst>
          </p:cNvPr>
          <p:cNvSpPr txBox="1">
            <a:spLocks/>
          </p:cNvSpPr>
          <p:nvPr userDrawn="1"/>
        </p:nvSpPr>
        <p:spPr>
          <a:xfrm>
            <a:off x="9305752" y="4341568"/>
            <a:ext cx="2188852" cy="398266"/>
          </a:xfrm>
          <a:prstGeom prst="rect">
            <a:avLst/>
          </a:prstGeom>
        </p:spPr>
        <p:txBody>
          <a:bodyPr lIns="0" tIns="0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200" i="1" err="1">
                <a:solidFill>
                  <a:schemeClr val="bg1"/>
                </a:solidFill>
              </a:rPr>
              <a:t>linkedin.com</a:t>
            </a:r>
            <a:r>
              <a:rPr lang="en-GB" sz="1200" i="1">
                <a:solidFill>
                  <a:schemeClr val="bg1"/>
                </a:solidFill>
              </a:rPr>
              <a:t>/</a:t>
            </a:r>
            <a:br>
              <a:rPr lang="en-GB" sz="1200" i="1">
                <a:solidFill>
                  <a:schemeClr val="bg1"/>
                </a:solidFill>
              </a:rPr>
            </a:br>
            <a:r>
              <a:rPr lang="en-GB" sz="1200" b="1" i="1">
                <a:solidFill>
                  <a:schemeClr val="bg1"/>
                </a:solidFill>
              </a:rPr>
              <a:t>company/</a:t>
            </a:r>
            <a:r>
              <a:rPr lang="en-GB" sz="1200" b="1" i="1" err="1">
                <a:solidFill>
                  <a:schemeClr val="bg1"/>
                </a:solidFill>
              </a:rPr>
              <a:t>dunnhumby</a:t>
            </a:r>
            <a:endParaRPr lang="en-GB" sz="1200" b="1" i="1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176BFC-1EDD-E4FE-A881-3168AA410F76}"/>
              </a:ext>
            </a:extLst>
          </p:cNvPr>
          <p:cNvGrpSpPr/>
          <p:nvPr userDrawn="1"/>
        </p:nvGrpSpPr>
        <p:grpSpPr>
          <a:xfrm>
            <a:off x="8796443" y="1219626"/>
            <a:ext cx="1008061" cy="1008061"/>
            <a:chOff x="8796443" y="1219626"/>
            <a:chExt cx="1008061" cy="100806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449315F-BA1A-0181-1D69-505D2DFBE46C}"/>
                </a:ext>
              </a:extLst>
            </p:cNvPr>
            <p:cNvSpPr/>
            <p:nvPr/>
          </p:nvSpPr>
          <p:spPr>
            <a:xfrm>
              <a:off x="8796443" y="1219626"/>
              <a:ext cx="1008061" cy="10080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BR"/>
            </a:p>
          </p:txBody>
        </p:sp>
        <p:pic>
          <p:nvPicPr>
            <p:cNvPr id="13" name="Picture Placeholder 39">
              <a:extLst>
                <a:ext uri="{FF2B5EF4-FFF2-40B4-BE49-F238E27FC236}">
                  <a16:creationId xmlns:a16="http://schemas.microsoft.com/office/drawing/2014/main" id="{76D78BFA-685E-E441-07EA-69020813A9BD}"/>
                </a:ext>
              </a:extLst>
            </p:cNvPr>
            <p:cNvPicPr>
              <a:picLocks noChangeAspect="1"/>
            </p:cNvPicPr>
            <p:nvPr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975725" y="1412875"/>
              <a:ext cx="648480" cy="648480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4AA610-9684-B2A5-774D-AA0E8678EF1D}"/>
              </a:ext>
            </a:extLst>
          </p:cNvPr>
          <p:cNvCxnSpPr>
            <a:cxnSpLocks/>
          </p:cNvCxnSpPr>
          <p:nvPr userDrawn="1"/>
        </p:nvCxnSpPr>
        <p:spPr>
          <a:xfrm>
            <a:off x="8796443" y="4108630"/>
            <a:ext cx="1845017" cy="0"/>
          </a:xfrm>
          <a:prstGeom prst="line">
            <a:avLst/>
          </a:prstGeom>
          <a:ln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Placeholder 41">
            <a:extLst>
              <a:ext uri="{FF2B5EF4-FFF2-40B4-BE49-F238E27FC236}">
                <a16:creationId xmlns:a16="http://schemas.microsoft.com/office/drawing/2014/main" id="{F3A63F46-E602-3989-414D-3F274D957C0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7501" y="4304243"/>
            <a:ext cx="445948" cy="44594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56374-DE1A-782B-92D6-79DDDA85A8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9559" y="3466711"/>
            <a:ext cx="2688613" cy="32265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6951D9C-0118-F25F-C698-1D413CF13C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89559" y="3895766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Your Job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1F4D3F7-6A15-1115-6F63-7AD2BA64CA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89559" y="4204913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email@dunnhumby.com</a:t>
            </a:r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4AF3022-8817-A7E2-86F9-0AE53FFF19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89559" y="4528750"/>
            <a:ext cx="2688613" cy="250903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sz="1400"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+44 (0) 777 77777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698967C-3DA9-6322-1E6A-C842BFAF35F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16434" y="3355557"/>
            <a:ext cx="2688613" cy="18000"/>
          </a:xfrm>
          <a:solidFill>
            <a:schemeClr val="accent1"/>
          </a:solidFill>
          <a:effectLst>
            <a:outerShdw blurRad="381000" sx="102000" sy="102000" algn="ctr" rotWithShape="0">
              <a:srgbClr val="000000">
                <a:alpha val="10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DC1EA554-0F56-70D4-1A82-37F960DEB35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4087472" y="3355557"/>
            <a:ext cx="2688613" cy="18000"/>
          </a:xfrm>
          <a:solidFill>
            <a:schemeClr val="accent1"/>
          </a:solidFill>
          <a:effectLst>
            <a:outerShdw blurRad="381000" sx="102000" sy="102000" algn="ctr" rotWithShape="0">
              <a:srgbClr val="000000">
                <a:alpha val="10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12EF35-D6BF-DF7D-8383-01B8F73C84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433" y="5498034"/>
            <a:ext cx="1671193" cy="66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954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Colo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18675D-BF84-EB84-A9CF-426E601DF6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E1C9738-3301-704B-8706-02E01EA703DE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3990" y="5515897"/>
            <a:ext cx="1704020" cy="376901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30062E96-CA81-DC52-5959-C6F65B81E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180052"/>
            <a:ext cx="11376025" cy="747897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Add Thank you.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29109F-9D52-4029-F870-D614AEDF144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3990" y="5515897"/>
            <a:ext cx="1704020" cy="3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8997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E1C9738-3301-704B-8706-02E01EA703DE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3990" y="5515897"/>
            <a:ext cx="1704020" cy="376901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30062E96-CA81-DC52-5959-C6F65B81E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180052"/>
            <a:ext cx="11376025" cy="747897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Add Thank you.</a:t>
            </a:r>
          </a:p>
        </p:txBody>
      </p:sp>
    </p:spTree>
    <p:extLst>
      <p:ext uri="{BB962C8B-B14F-4D97-AF65-F5344CB8AC3E}">
        <p14:creationId xmlns:p14="http://schemas.microsoft.com/office/powerpoint/2010/main" val="30563821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, DeepPurp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BA8B614-AC4B-DD99-A804-3140214D8F6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254B59-0326-40C1-4FEE-C43556C6DA8F}"/>
              </a:ext>
            </a:extLst>
          </p:cNvPr>
          <p:cNvCxnSpPr/>
          <p:nvPr userDrawn="1"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98811A6-C42D-10F5-E5AA-161FD93E6E6A}"/>
              </a:ext>
            </a:extLst>
          </p:cNvPr>
          <p:cNvSpPr txBox="1"/>
          <p:nvPr userDrawn="1"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bg1"/>
                </a:solidFill>
              </a:rPr>
              <a:t>‹#›</a:t>
            </a:fld>
            <a:endParaRPr lang="en-GB" sz="1000" err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94D71-5A30-99D5-D896-8D926F08052D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420891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, White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7092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,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37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498E8-A502-7743-8B7F-34103545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12875"/>
            <a:ext cx="11376025" cy="47529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63D6DDD-F573-E596-F92E-38906F28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11261"/>
            <a:ext cx="11376017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5A6536-8CA2-F52E-BD4E-DDE2EBF401CA}"/>
              </a:ext>
            </a:extLst>
          </p:cNvPr>
          <p:cNvCxnSpPr/>
          <p:nvPr userDrawn="1"/>
        </p:nvCxnSpPr>
        <p:spPr>
          <a:xfrm>
            <a:off x="645465" y="6428283"/>
            <a:ext cx="0" cy="18243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8B9899F-09CF-4D3A-6F84-6FB0396C65B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745255" y="6453684"/>
            <a:ext cx="648000" cy="143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1336F3-13FB-20D0-1A6B-B36068A749B1}"/>
              </a:ext>
            </a:extLst>
          </p:cNvPr>
          <p:cNvSpPr txBox="1"/>
          <p:nvPr userDrawn="1"/>
        </p:nvSpPr>
        <p:spPr>
          <a:xfrm>
            <a:off x="2121499" y="6330589"/>
            <a:ext cx="3669701" cy="36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dunnhumby / All rights reserved /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A21E8-466F-497E-ED47-BC57A9869672}"/>
              </a:ext>
            </a:extLst>
          </p:cNvPr>
          <p:cNvSpPr txBox="1"/>
          <p:nvPr userDrawn="1"/>
        </p:nvSpPr>
        <p:spPr>
          <a:xfrm>
            <a:off x="407988" y="6330589"/>
            <a:ext cx="223200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fld id="{C07769B6-6907-D544-99C7-D6C3528CA9B8}" type="slidenum">
              <a:rPr lang="en-GB" sz="1000" smtClean="0">
                <a:solidFill>
                  <a:schemeClr val="tx2"/>
                </a:solidFill>
              </a:rPr>
              <a:t>‹#›</a:t>
            </a:fld>
            <a:endParaRPr lang="en-GB" sz="100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68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54" r:id="rId2"/>
    <p:sldLayoutId id="2147483989" r:id="rId3"/>
    <p:sldLayoutId id="2147483990" r:id="rId4"/>
    <p:sldLayoutId id="2147484039" r:id="rId5"/>
    <p:sldLayoutId id="2147484058" r:id="rId6"/>
    <p:sldLayoutId id="2147484061" r:id="rId7"/>
    <p:sldLayoutId id="2147483992" r:id="rId8"/>
    <p:sldLayoutId id="2147483993" r:id="rId9"/>
    <p:sldLayoutId id="2147484068" r:id="rId10"/>
    <p:sldLayoutId id="2147483994" r:id="rId11"/>
    <p:sldLayoutId id="2147483995" r:id="rId12"/>
    <p:sldLayoutId id="2147483996" r:id="rId13"/>
    <p:sldLayoutId id="2147483997" r:id="rId14"/>
    <p:sldLayoutId id="2147484064" r:id="rId15"/>
    <p:sldLayoutId id="2147483998" r:id="rId16"/>
    <p:sldLayoutId id="2147483999" r:id="rId17"/>
    <p:sldLayoutId id="2147484000" r:id="rId18"/>
    <p:sldLayoutId id="2147484001" r:id="rId19"/>
    <p:sldLayoutId id="2147484002" r:id="rId20"/>
    <p:sldLayoutId id="2147484003" r:id="rId21"/>
    <p:sldLayoutId id="2147484004" r:id="rId22"/>
    <p:sldLayoutId id="2147484005" r:id="rId23"/>
    <p:sldLayoutId id="2147484007" r:id="rId24"/>
    <p:sldLayoutId id="2147484008" r:id="rId25"/>
    <p:sldLayoutId id="2147484010" r:id="rId26"/>
    <p:sldLayoutId id="2147484011" r:id="rId27"/>
    <p:sldLayoutId id="2147484066" r:id="rId28"/>
    <p:sldLayoutId id="2147484012" r:id="rId29"/>
    <p:sldLayoutId id="2147484013" r:id="rId30"/>
    <p:sldLayoutId id="2147484063" r:id="rId31"/>
    <p:sldLayoutId id="2147484062" r:id="rId32"/>
    <p:sldLayoutId id="2147484041" r:id="rId33"/>
    <p:sldLayoutId id="2147484056" r:id="rId34"/>
    <p:sldLayoutId id="2147484016" r:id="rId35"/>
    <p:sldLayoutId id="2147484017" r:id="rId36"/>
    <p:sldLayoutId id="2147484018" r:id="rId37"/>
    <p:sldLayoutId id="2147484067" r:id="rId38"/>
    <p:sldLayoutId id="2147484019" r:id="rId39"/>
    <p:sldLayoutId id="2147484020" r:id="rId40"/>
    <p:sldLayoutId id="2147484022" r:id="rId41"/>
    <p:sldLayoutId id="2147484044" r:id="rId42"/>
    <p:sldLayoutId id="2147484023" r:id="rId43"/>
    <p:sldLayoutId id="2147484045" r:id="rId44"/>
    <p:sldLayoutId id="2147484046" r:id="rId45"/>
    <p:sldLayoutId id="2147484027" r:id="rId46"/>
    <p:sldLayoutId id="2147484028" r:id="rId47"/>
    <p:sldLayoutId id="2147484047" r:id="rId48"/>
    <p:sldLayoutId id="2147484030" r:id="rId49"/>
    <p:sldLayoutId id="2147484048" r:id="rId50"/>
    <p:sldLayoutId id="2147484032" r:id="rId51"/>
    <p:sldLayoutId id="2147484033" r:id="rId52"/>
    <p:sldLayoutId id="2147484043" r:id="rId53"/>
    <p:sldLayoutId id="2147484049" r:id="rId54"/>
    <p:sldLayoutId id="2147484051" r:id="rId55"/>
    <p:sldLayoutId id="2147484035" r:id="rId56"/>
    <p:sldLayoutId id="2147484060" r:id="rId57"/>
    <p:sldLayoutId id="2147484042" r:id="rId58"/>
    <p:sldLayoutId id="2147484053" r:id="rId59"/>
    <p:sldLayoutId id="2147484065" r:id="rId6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890">
          <p15:clr>
            <a:srgbClr val="F26B43"/>
          </p15:clr>
        </p15:guide>
        <p15:guide id="5" orient="horz" pos="3884">
          <p15:clr>
            <a:srgbClr val="F26B43"/>
          </p15:clr>
        </p15:guide>
        <p15:guide id="6" orient="horz" pos="2387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pos="5654">
          <p15:clr>
            <a:srgbClr val="F26B43"/>
          </p15:clr>
        </p15:guide>
        <p15:guide id="9" pos="1958" userDrawn="1">
          <p15:clr>
            <a:srgbClr val="F26B43"/>
          </p15:clr>
        </p15:guide>
        <p15:guide id="10" pos="3681" userDrawn="1">
          <p15:clr>
            <a:srgbClr val="F26B43"/>
          </p15:clr>
        </p15:guide>
        <p15:guide id="11" pos="3999" userDrawn="1">
          <p15:clr>
            <a:srgbClr val="F26B43"/>
          </p15:clr>
        </p15:guide>
        <p15:guide id="12" pos="2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CA9DF-0F3E-BFA9-DF33-9801F3920F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O" dirty="0"/>
              <a:t>Usar este formato para el nombre de la presentación.</a:t>
            </a:r>
            <a:endParaRPr lang="en-BR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970B4E-62D1-B0FF-8051-EF597775EC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6450" y="4838812"/>
            <a:ext cx="3724208" cy="492443"/>
          </a:xfrm>
        </p:spPr>
        <p:txBody>
          <a:bodyPr/>
          <a:lstStyle/>
          <a:p>
            <a:r>
              <a:rPr lang="es-CO" dirty="0"/>
              <a:t>Escribir aquí los periodos de análisis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40982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F9C24-B93A-1253-7318-29E8EC394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B3150B-C19C-A85D-EA6D-DF5E91285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777" y="2882675"/>
            <a:ext cx="3105680" cy="1308050"/>
          </a:xfrm>
        </p:spPr>
        <p:txBody>
          <a:bodyPr/>
          <a:lstStyle/>
          <a:p>
            <a:r>
              <a:rPr lang="en-US" sz="1600"/>
              <a:t>This template was designed to help you create </a:t>
            </a:r>
            <a:r>
              <a:rPr lang="en-US" sz="1600" b="1">
                <a:solidFill>
                  <a:schemeClr val="accent1"/>
                </a:solidFill>
              </a:rPr>
              <a:t>clean, clear and on-brand presentations.</a:t>
            </a:r>
          </a:p>
          <a:p>
            <a:r>
              <a:rPr lang="en-US" sz="1600"/>
              <a:t>Here are a few things to keep in mind while editing your slides:</a:t>
            </a:r>
            <a:endParaRPr lang="en-BR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F82F6-B561-1618-4846-145FFC8E5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77" y="1674015"/>
            <a:ext cx="3542924" cy="984885"/>
          </a:xfrm>
        </p:spPr>
        <p:txBody>
          <a:bodyPr/>
          <a:lstStyle/>
          <a:p>
            <a:r>
              <a:rPr lang="en-US" sz="3200" dirty="0"/>
              <a:t>Using the template correctly</a:t>
            </a:r>
            <a:endParaRPr lang="en-BR" sz="3200" b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9BD2A1-2355-FCA3-1B03-2F78E50C210B}"/>
              </a:ext>
            </a:extLst>
          </p:cNvPr>
          <p:cNvSpPr/>
          <p:nvPr/>
        </p:nvSpPr>
        <p:spPr>
          <a:xfrm>
            <a:off x="914776" y="1148717"/>
            <a:ext cx="384691" cy="38469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100"/>
              <a:t>2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DE048666-A111-1880-2DB2-8E1E32DF7CD4}"/>
              </a:ext>
            </a:extLst>
          </p:cNvPr>
          <p:cNvSpPr/>
          <p:nvPr/>
        </p:nvSpPr>
        <p:spPr>
          <a:xfrm>
            <a:off x="6361876" y="3839745"/>
            <a:ext cx="4915344" cy="872279"/>
          </a:xfrm>
          <a:prstGeom prst="wedgeRoundRectCallout">
            <a:avLst>
              <a:gd name="adj1" fmla="val 33182"/>
              <a:gd name="adj2" fmla="val 63192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Keep one key </a:t>
            </a:r>
            <a:br>
              <a:rPr lang="en-US"/>
            </a:br>
            <a:r>
              <a:rPr lang="en-US"/>
              <a:t>idea per slide.</a:t>
            </a:r>
            <a:endParaRPr lang="en-BR"/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988E344E-F03F-0A98-8B38-E838CC148A5B}"/>
              </a:ext>
            </a:extLst>
          </p:cNvPr>
          <p:cNvSpPr/>
          <p:nvPr/>
        </p:nvSpPr>
        <p:spPr>
          <a:xfrm>
            <a:off x="6361876" y="4959598"/>
            <a:ext cx="4915344" cy="872279"/>
          </a:xfrm>
          <a:prstGeom prst="wedgeRoundRectCallout">
            <a:avLst>
              <a:gd name="adj1" fmla="val -33213"/>
              <a:gd name="adj2" fmla="val 60841"/>
              <a:gd name="adj3" fmla="val 16667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bg2"/>
                </a:solidFill>
              </a:rPr>
              <a:t>Stick to the layout: </a:t>
            </a:r>
            <a:br>
              <a:rPr lang="en-US" b="1">
                <a:solidFill>
                  <a:schemeClr val="bg2"/>
                </a:solidFill>
              </a:rPr>
            </a:br>
            <a:r>
              <a:rPr lang="en-US"/>
              <a:t>don't move or resize placeholders.</a:t>
            </a:r>
            <a:endParaRPr lang="en-BR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FA24C751-2A8A-9E55-2BF3-8253E42EAC9C}"/>
              </a:ext>
            </a:extLst>
          </p:cNvPr>
          <p:cNvSpPr/>
          <p:nvPr/>
        </p:nvSpPr>
        <p:spPr>
          <a:xfrm>
            <a:off x="6361876" y="2719893"/>
            <a:ext cx="4915345" cy="872278"/>
          </a:xfrm>
          <a:prstGeom prst="wedgeRoundRectCallout">
            <a:avLst>
              <a:gd name="adj1" fmla="val 33161"/>
              <a:gd name="adj2" fmla="val 65478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/>
              <a:t>Prefer icons and visuals </a:t>
            </a:r>
            <a:br>
              <a:rPr lang="en-US"/>
            </a:br>
            <a:r>
              <a:rPr lang="en-US"/>
              <a:t>over long paragraphs.</a:t>
            </a:r>
            <a:endParaRPr lang="en-BR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5F4D3D96-261D-CC71-E983-5F474E581925}"/>
              </a:ext>
            </a:extLst>
          </p:cNvPr>
          <p:cNvSpPr/>
          <p:nvPr/>
        </p:nvSpPr>
        <p:spPr>
          <a:xfrm>
            <a:off x="6361876" y="346923"/>
            <a:ext cx="4915346" cy="872278"/>
          </a:xfrm>
          <a:prstGeom prst="wedgeRoundRectCallout">
            <a:avLst>
              <a:gd name="adj1" fmla="val 33192"/>
              <a:gd name="adj2" fmla="val 65268"/>
              <a:gd name="adj3" fmla="val 1666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Use short and meaningful titles.</a:t>
            </a:r>
            <a:endParaRPr lang="en-BR">
              <a:solidFill>
                <a:schemeClr val="tx1"/>
              </a:solidFill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6BD8E986-256B-4EE0-3FC2-A63E4AF779F0}"/>
              </a:ext>
            </a:extLst>
          </p:cNvPr>
          <p:cNvSpPr/>
          <p:nvPr/>
        </p:nvSpPr>
        <p:spPr>
          <a:xfrm>
            <a:off x="6361876" y="1533408"/>
            <a:ext cx="4915345" cy="872278"/>
          </a:xfrm>
          <a:prstGeom prst="wedgeRoundRectCallout">
            <a:avLst>
              <a:gd name="adj1" fmla="val -33713"/>
              <a:gd name="adj2" fmla="val 62501"/>
              <a:gd name="adj3" fmla="val 16667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Avoid changing </a:t>
            </a:r>
            <a:r>
              <a:rPr lang="en-US" b="1" dirty="0" err="1">
                <a:solidFill>
                  <a:schemeClr val="tx1"/>
                </a:solidFill>
              </a:rPr>
              <a:t>colours</a:t>
            </a:r>
            <a:r>
              <a:rPr lang="en-US" b="1" dirty="0">
                <a:solidFill>
                  <a:schemeClr val="tx1"/>
                </a:solidFill>
              </a:rPr>
              <a:t> or fonts.</a:t>
            </a:r>
            <a:endParaRPr lang="en-BR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062CD-20A4-5DC3-7DC8-A47C3971A0C9}"/>
              </a:ext>
            </a:extLst>
          </p:cNvPr>
          <p:cNvSpPr txBox="1"/>
          <p:nvPr/>
        </p:nvSpPr>
        <p:spPr>
          <a:xfrm>
            <a:off x="393290" y="275303"/>
            <a:ext cx="5436835" cy="6496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s-CO" dirty="0" err="1"/>
              <a:t>Slides</a:t>
            </a:r>
            <a:r>
              <a:rPr lang="es-CO" dirty="0"/>
              <a:t> de referencia – No Editar</a:t>
            </a:r>
          </a:p>
        </p:txBody>
      </p:sp>
    </p:spTree>
    <p:extLst>
      <p:ext uri="{BB962C8B-B14F-4D97-AF65-F5344CB8AC3E}">
        <p14:creationId xmlns:p14="http://schemas.microsoft.com/office/powerpoint/2010/main" val="373807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F4F20-A06E-2B27-A67E-FD9E9B48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068981-8774-4080-CD54-4A1AE33CA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776" y="2882675"/>
            <a:ext cx="3053067" cy="2185214"/>
          </a:xfrm>
        </p:spPr>
        <p:txBody>
          <a:bodyPr/>
          <a:lstStyle/>
          <a:p>
            <a:r>
              <a:rPr lang="en-US" sz="1600" b="1"/>
              <a:t>Stick to brand </a:t>
            </a:r>
            <a:r>
              <a:rPr lang="en-US" sz="1600" b="1" err="1"/>
              <a:t>colours</a:t>
            </a:r>
            <a:r>
              <a:rPr lang="en-US" sz="1600" b="1"/>
              <a:t> to ensure </a:t>
            </a:r>
            <a:r>
              <a:rPr lang="en-US" sz="1600" b="1">
                <a:solidFill>
                  <a:schemeClr val="accent1"/>
                </a:solidFill>
              </a:rPr>
              <a:t>clarity and consistency.</a:t>
            </a:r>
          </a:p>
          <a:p>
            <a:r>
              <a:rPr lang="en-US" sz="1600"/>
              <a:t>Use primary </a:t>
            </a:r>
            <a:r>
              <a:rPr lang="en-US" sz="1600" err="1"/>
              <a:t>colours</a:t>
            </a:r>
            <a:r>
              <a:rPr lang="en-US" sz="1600"/>
              <a:t> for structure, supporting tones for layout and grouping, and accent </a:t>
            </a:r>
            <a:r>
              <a:rPr lang="en-US" sz="1600" err="1"/>
              <a:t>colours</a:t>
            </a:r>
            <a:r>
              <a:rPr lang="en-US" sz="1600"/>
              <a:t> for emphasis.</a:t>
            </a:r>
          </a:p>
          <a:p>
            <a:r>
              <a:rPr lang="en-US" sz="1600"/>
              <a:t>Gradients should be used carefully to enhance your design.</a:t>
            </a:r>
            <a:endParaRPr lang="en-BR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FD2E7-16D4-045B-771B-DD17C60F8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76" y="1674015"/>
            <a:ext cx="3053067" cy="984885"/>
          </a:xfrm>
        </p:spPr>
        <p:txBody>
          <a:bodyPr/>
          <a:lstStyle/>
          <a:p>
            <a:r>
              <a:rPr lang="en-US" sz="3200" dirty="0" err="1"/>
              <a:t>Colour</a:t>
            </a:r>
            <a:r>
              <a:rPr lang="en-US" sz="3200" dirty="0"/>
              <a:t> Palette &amp; Usage</a:t>
            </a:r>
            <a:endParaRPr lang="en-BR" sz="3200" b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14E1B6-C558-D9EC-79CD-2FAC844962B4}"/>
              </a:ext>
            </a:extLst>
          </p:cNvPr>
          <p:cNvSpPr/>
          <p:nvPr/>
        </p:nvSpPr>
        <p:spPr>
          <a:xfrm>
            <a:off x="914776" y="1148717"/>
            <a:ext cx="384691" cy="38469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100"/>
              <a:t>3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C1584CF-5325-FD52-8E99-5C07C5EB915B}"/>
              </a:ext>
            </a:extLst>
          </p:cNvPr>
          <p:cNvSpPr/>
          <p:nvPr/>
        </p:nvSpPr>
        <p:spPr>
          <a:xfrm>
            <a:off x="9713457" y="1432450"/>
            <a:ext cx="1789803" cy="8133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000"/>
              <a:t>Magenta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FAFB42E-EB2C-9800-7B82-545ED140085E}"/>
              </a:ext>
            </a:extLst>
          </p:cNvPr>
          <p:cNvSpPr/>
          <p:nvPr/>
        </p:nvSpPr>
        <p:spPr>
          <a:xfrm>
            <a:off x="9728501" y="2317317"/>
            <a:ext cx="1776625" cy="815265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000">
                <a:solidFill>
                  <a:schemeClr val="tx1"/>
                </a:solidFill>
              </a:rPr>
              <a:t>Yellow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7700C2A-058D-92F2-FE87-0E6012329747}"/>
              </a:ext>
            </a:extLst>
          </p:cNvPr>
          <p:cNvSpPr/>
          <p:nvPr/>
        </p:nvSpPr>
        <p:spPr>
          <a:xfrm>
            <a:off x="5051821" y="2316977"/>
            <a:ext cx="2095334" cy="81594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000"/>
              <a:t>Sky Blue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640AE91-6047-78C8-A4E8-148F1C66FE0E}"/>
              </a:ext>
            </a:extLst>
          </p:cNvPr>
          <p:cNvGrpSpPr/>
          <p:nvPr/>
        </p:nvGrpSpPr>
        <p:grpSpPr>
          <a:xfrm>
            <a:off x="7388418" y="1432450"/>
            <a:ext cx="2095332" cy="1700133"/>
            <a:chOff x="7157669" y="1569821"/>
            <a:chExt cx="2095332" cy="2006893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7357A783-B209-9575-3332-C6BFABB35A16}"/>
                </a:ext>
              </a:extLst>
            </p:cNvPr>
            <p:cNvSpPr/>
            <p:nvPr/>
          </p:nvSpPr>
          <p:spPr>
            <a:xfrm>
              <a:off x="7157669" y="2604316"/>
              <a:ext cx="2095332" cy="45515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72000" rIns="9144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000">
                  <a:solidFill>
                    <a:schemeClr val="tx1"/>
                  </a:solidFill>
                </a:rPr>
                <a:t>Light Turquoise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27916C1B-847A-F3F4-1970-49DFB7F7EC4B}"/>
                </a:ext>
              </a:extLst>
            </p:cNvPr>
            <p:cNvSpPr/>
            <p:nvPr/>
          </p:nvSpPr>
          <p:spPr>
            <a:xfrm>
              <a:off x="7157669" y="3121564"/>
              <a:ext cx="2095332" cy="45515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72000" rIns="9144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000">
                  <a:solidFill>
                    <a:schemeClr val="tx1"/>
                  </a:solidFill>
                </a:rPr>
                <a:t>Light Sky Blue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6EA78E29-3692-CFA1-1157-4FBCCB6D0FA5}"/>
                </a:ext>
              </a:extLst>
            </p:cNvPr>
            <p:cNvSpPr/>
            <p:nvPr/>
          </p:nvSpPr>
          <p:spPr>
            <a:xfrm>
              <a:off x="7157669" y="1569821"/>
              <a:ext cx="2095331" cy="45515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72000" rIns="9144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000"/>
                <a:t>Dark Deep Purple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52B31E0-A726-AB96-C786-431DC33761B8}"/>
                </a:ext>
              </a:extLst>
            </p:cNvPr>
            <p:cNvSpPr/>
            <p:nvPr/>
          </p:nvSpPr>
          <p:spPr>
            <a:xfrm>
              <a:off x="7157669" y="2087070"/>
              <a:ext cx="2091847" cy="45515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000">
                  <a:solidFill>
                    <a:schemeClr val="tx1"/>
                  </a:solidFill>
                </a:rPr>
                <a:t>Turquoise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7990E9A-C4DA-CDE2-16C4-10EE55C0A929}"/>
              </a:ext>
            </a:extLst>
          </p:cNvPr>
          <p:cNvSpPr/>
          <p:nvPr/>
        </p:nvSpPr>
        <p:spPr>
          <a:xfrm>
            <a:off x="5048333" y="1429890"/>
            <a:ext cx="2095334" cy="81594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000"/>
              <a:t>Deep Purple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BBB4E9-08C6-B709-C810-1F8A1548D612}"/>
              </a:ext>
            </a:extLst>
          </p:cNvPr>
          <p:cNvSpPr txBox="1"/>
          <p:nvPr/>
        </p:nvSpPr>
        <p:spPr>
          <a:xfrm>
            <a:off x="5048333" y="572081"/>
            <a:ext cx="1989394" cy="4517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BR" sz="1600" b="1">
                <a:solidFill>
                  <a:schemeClr val="tx2"/>
                </a:solidFill>
              </a:rPr>
              <a:t>Primary Colours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598A9-9136-8BE5-5E1C-7279D874E61A}"/>
              </a:ext>
            </a:extLst>
          </p:cNvPr>
          <p:cNvSpPr txBox="1"/>
          <p:nvPr/>
        </p:nvSpPr>
        <p:spPr>
          <a:xfrm>
            <a:off x="7429905" y="572081"/>
            <a:ext cx="1989394" cy="4517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BR" sz="1600" b="1">
                <a:solidFill>
                  <a:schemeClr val="tx2"/>
                </a:solidFill>
              </a:rPr>
              <a:t>Supporting Colours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676CE7-C304-E10B-CC4A-F2F775803671}"/>
              </a:ext>
            </a:extLst>
          </p:cNvPr>
          <p:cNvSpPr txBox="1"/>
          <p:nvPr/>
        </p:nvSpPr>
        <p:spPr>
          <a:xfrm>
            <a:off x="9732965" y="572081"/>
            <a:ext cx="1989394" cy="4517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BR" sz="1600" b="1">
                <a:solidFill>
                  <a:schemeClr val="tx2"/>
                </a:solidFill>
              </a:rPr>
              <a:t>Accent Colours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C5124F-E25A-9193-EA1F-961B225FC120}"/>
              </a:ext>
            </a:extLst>
          </p:cNvPr>
          <p:cNvSpPr txBox="1"/>
          <p:nvPr/>
        </p:nvSpPr>
        <p:spPr>
          <a:xfrm>
            <a:off x="5048333" y="940487"/>
            <a:ext cx="1989394" cy="4517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000"/>
              </a:spcAft>
            </a:pPr>
            <a:r>
              <a:rPr lang="en-BR" sz="1050">
                <a:solidFill>
                  <a:schemeClr val="tx2"/>
                </a:solidFill>
              </a:rPr>
              <a:t>Use for title, key visual elements, and section highlights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6E43DD-5C71-AB10-283B-822FCFC7B6D1}"/>
              </a:ext>
            </a:extLst>
          </p:cNvPr>
          <p:cNvSpPr txBox="1"/>
          <p:nvPr/>
        </p:nvSpPr>
        <p:spPr>
          <a:xfrm>
            <a:off x="7427115" y="940487"/>
            <a:ext cx="1989394" cy="4517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000"/>
              </a:spcAft>
            </a:pPr>
            <a:r>
              <a:rPr lang="en-BR" sz="1050">
                <a:solidFill>
                  <a:schemeClr val="tx2"/>
                </a:solidFill>
              </a:rPr>
              <a:t>Use to create hierarchy, group content, or background balance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D22087-962A-9FAA-038D-68C9246D3569}"/>
              </a:ext>
            </a:extLst>
          </p:cNvPr>
          <p:cNvSpPr txBox="1"/>
          <p:nvPr/>
        </p:nvSpPr>
        <p:spPr>
          <a:xfrm>
            <a:off x="9731348" y="940486"/>
            <a:ext cx="1776625" cy="4517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000"/>
              </a:spcAft>
            </a:pPr>
            <a:r>
              <a:rPr lang="en-BR" sz="1050">
                <a:solidFill>
                  <a:schemeClr val="tx2"/>
                </a:solidFill>
              </a:rPr>
              <a:t>Use for small details emphasis or highlight only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0D49152-488E-684D-C1FF-33F2D07AB8E4}"/>
              </a:ext>
            </a:extLst>
          </p:cNvPr>
          <p:cNvSpPr/>
          <p:nvPr/>
        </p:nvSpPr>
        <p:spPr>
          <a:xfrm>
            <a:off x="5044390" y="4272642"/>
            <a:ext cx="2027753" cy="817044"/>
          </a:xfrm>
          <a:prstGeom prst="roundRect">
            <a:avLst>
              <a:gd name="adj" fmla="val 9181"/>
            </a:avLst>
          </a:prstGeom>
          <a:gradFill>
            <a:gsLst>
              <a:gs pos="28000">
                <a:schemeClr val="accent1"/>
              </a:gs>
              <a:gs pos="100000">
                <a:schemeClr val="accent4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BR" sz="1000" b="1" dirty="0">
                <a:solidFill>
                  <a:schemeClr val="bg1"/>
                </a:solidFill>
              </a:rPr>
              <a:t>Brand Gradient</a:t>
            </a:r>
          </a:p>
          <a:p>
            <a:pPr algn="ctr">
              <a:spcBef>
                <a:spcPts val="200"/>
              </a:spcBef>
            </a:pPr>
            <a:r>
              <a:rPr lang="en-US" sz="800" dirty="0"/>
              <a:t>Turquoise → Sky Blue → Deep Purple</a:t>
            </a:r>
            <a:endParaRPr lang="en-BR" sz="800" dirty="0">
              <a:solidFill>
                <a:schemeClr val="bg1"/>
              </a:solidFill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90676FC-2855-083F-6CAB-C901B7D96949}"/>
              </a:ext>
            </a:extLst>
          </p:cNvPr>
          <p:cNvGrpSpPr/>
          <p:nvPr/>
        </p:nvGrpSpPr>
        <p:grpSpPr>
          <a:xfrm>
            <a:off x="7220109" y="4245098"/>
            <a:ext cx="1827537" cy="1798365"/>
            <a:chOff x="6993740" y="4292100"/>
            <a:chExt cx="1933880" cy="1903011"/>
          </a:xfrm>
        </p:grpSpPr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766C71EC-2CDA-C00E-56E9-971F991EA0E1}"/>
                </a:ext>
              </a:extLst>
            </p:cNvPr>
            <p:cNvSpPr/>
            <p:nvPr/>
          </p:nvSpPr>
          <p:spPr>
            <a:xfrm>
              <a:off x="6993740" y="4292100"/>
              <a:ext cx="1933880" cy="1903011"/>
            </a:xfrm>
            <a:prstGeom prst="roundRect">
              <a:avLst>
                <a:gd name="adj" fmla="val 7273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BR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32360EC-5DE2-2DC1-DD65-EF70E85B9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125642" y="4399400"/>
              <a:ext cx="1668941" cy="1691065"/>
            </a:xfrm>
            <a:prstGeom prst="roundRect">
              <a:avLst>
                <a:gd name="adj" fmla="val 3257"/>
              </a:avLst>
            </a:prstGeom>
            <a:gradFill>
              <a:gsLst>
                <a:gs pos="100000">
                  <a:schemeClr val="bg1"/>
                </a:gs>
                <a:gs pos="0">
                  <a:schemeClr val="accent1"/>
                </a:gs>
              </a:gsLst>
              <a:lin ang="3000000" scaled="0"/>
            </a:gradFill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B9671A8-BB7C-0185-1C73-3F54677A9BBA}"/>
              </a:ext>
            </a:extLst>
          </p:cNvPr>
          <p:cNvSpPr txBox="1">
            <a:spLocks noChangeAspect="1"/>
          </p:cNvSpPr>
          <p:nvPr/>
        </p:nvSpPr>
        <p:spPr>
          <a:xfrm>
            <a:off x="5134225" y="1515391"/>
            <a:ext cx="180000" cy="180000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BR" sz="7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DB7451-17F5-7DB4-C464-0C5540D74715}"/>
              </a:ext>
            </a:extLst>
          </p:cNvPr>
          <p:cNvSpPr txBox="1">
            <a:spLocks noChangeAspect="1"/>
          </p:cNvSpPr>
          <p:nvPr/>
        </p:nvSpPr>
        <p:spPr>
          <a:xfrm>
            <a:off x="5134225" y="2406977"/>
            <a:ext cx="180000" cy="180000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BR" sz="7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1B4610-08DE-FC0D-0FFD-B82262FC621C}"/>
              </a:ext>
            </a:extLst>
          </p:cNvPr>
          <p:cNvSpPr txBox="1">
            <a:spLocks noChangeAspect="1"/>
          </p:cNvSpPr>
          <p:nvPr/>
        </p:nvSpPr>
        <p:spPr>
          <a:xfrm>
            <a:off x="7484834" y="1533708"/>
            <a:ext cx="180000" cy="180000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BR" sz="7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071F0C-DB5F-E599-DE71-FD5C94676216}"/>
              </a:ext>
            </a:extLst>
          </p:cNvPr>
          <p:cNvSpPr txBox="1">
            <a:spLocks noChangeAspect="1"/>
          </p:cNvSpPr>
          <p:nvPr/>
        </p:nvSpPr>
        <p:spPr>
          <a:xfrm>
            <a:off x="7484834" y="1979670"/>
            <a:ext cx="180000" cy="180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BR" sz="700" b="1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0369B27-A417-0324-D390-4F1F77CA53BE}"/>
              </a:ext>
            </a:extLst>
          </p:cNvPr>
          <p:cNvSpPr txBox="1">
            <a:spLocks noChangeAspect="1"/>
          </p:cNvSpPr>
          <p:nvPr/>
        </p:nvSpPr>
        <p:spPr>
          <a:xfrm>
            <a:off x="7484834" y="2425632"/>
            <a:ext cx="180000" cy="1800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BR" sz="700" b="1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35A081-F6D0-F1F0-79B0-1C187A0D2AC9}"/>
              </a:ext>
            </a:extLst>
          </p:cNvPr>
          <p:cNvSpPr txBox="1">
            <a:spLocks noChangeAspect="1"/>
          </p:cNvSpPr>
          <p:nvPr/>
        </p:nvSpPr>
        <p:spPr>
          <a:xfrm>
            <a:off x="7484834" y="2849793"/>
            <a:ext cx="180000" cy="1800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BR" sz="700" b="1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04D5D8-6C29-07EA-85D8-34D8FA91A76F}"/>
              </a:ext>
            </a:extLst>
          </p:cNvPr>
          <p:cNvSpPr txBox="1">
            <a:spLocks noChangeAspect="1"/>
          </p:cNvSpPr>
          <p:nvPr/>
        </p:nvSpPr>
        <p:spPr>
          <a:xfrm>
            <a:off x="9836148" y="1515391"/>
            <a:ext cx="180000" cy="180000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BR" sz="7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E25CD54-BBA9-52A5-41D3-8CF180D5D31A}"/>
              </a:ext>
            </a:extLst>
          </p:cNvPr>
          <p:cNvSpPr txBox="1">
            <a:spLocks noChangeAspect="1"/>
          </p:cNvSpPr>
          <p:nvPr/>
        </p:nvSpPr>
        <p:spPr>
          <a:xfrm>
            <a:off x="9836148" y="2406977"/>
            <a:ext cx="180000" cy="1800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BR" sz="700" b="1">
                <a:solidFill>
                  <a:schemeClr val="tx2"/>
                </a:solidFill>
              </a:rPr>
              <a:t>8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ABF2231-8945-E6B1-2A67-FC4E02DABF58}"/>
              </a:ext>
            </a:extLst>
          </p:cNvPr>
          <p:cNvGrpSpPr/>
          <p:nvPr/>
        </p:nvGrpSpPr>
        <p:grpSpPr>
          <a:xfrm>
            <a:off x="9162791" y="3619499"/>
            <a:ext cx="2340469" cy="2423964"/>
            <a:chOff x="4817584" y="3981450"/>
            <a:chExt cx="2095334" cy="2170084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C5497AF5-7E2D-421E-DF38-B7541826284B}"/>
                </a:ext>
              </a:extLst>
            </p:cNvPr>
            <p:cNvSpPr/>
            <p:nvPr/>
          </p:nvSpPr>
          <p:spPr>
            <a:xfrm>
              <a:off x="4817584" y="3981450"/>
              <a:ext cx="2095334" cy="2170084"/>
            </a:xfrm>
            <a:prstGeom prst="roundRect">
              <a:avLst>
                <a:gd name="adj" fmla="val 7273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BR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B70B2A9-6D25-D09F-C46B-482F0909E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903476" y="4713381"/>
              <a:ext cx="1903502" cy="1351658"/>
            </a:xfrm>
            <a:prstGeom prst="roundRect">
              <a:avLst>
                <a:gd name="adj" fmla="val 3257"/>
              </a:avLst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7C2AD11-9A84-4700-35E9-8AB56A084756}"/>
                </a:ext>
              </a:extLst>
            </p:cNvPr>
            <p:cNvSpPr txBox="1"/>
            <p:nvPr/>
          </p:nvSpPr>
          <p:spPr>
            <a:xfrm>
              <a:off x="6239969" y="4975854"/>
              <a:ext cx="133630" cy="146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1000"/>
                </a:spcAft>
              </a:pPr>
              <a:r>
                <a:rPr lang="en-BR" sz="7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E0000C-5EF8-BE84-0C43-F83A1ADE9D83}"/>
                </a:ext>
              </a:extLst>
            </p:cNvPr>
            <p:cNvSpPr txBox="1"/>
            <p:nvPr/>
          </p:nvSpPr>
          <p:spPr>
            <a:xfrm>
              <a:off x="5703394" y="4975854"/>
              <a:ext cx="133630" cy="146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1000"/>
                </a:spcAft>
              </a:pPr>
              <a:r>
                <a:rPr lang="en-BR" sz="7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C349EB4-7C8A-429F-B8CD-84DB9A85E0B1}"/>
                </a:ext>
              </a:extLst>
            </p:cNvPr>
            <p:cNvSpPr txBox="1"/>
            <p:nvPr/>
          </p:nvSpPr>
          <p:spPr>
            <a:xfrm>
              <a:off x="6414594" y="4975854"/>
              <a:ext cx="133630" cy="146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1000"/>
                </a:spcAft>
              </a:pPr>
              <a:r>
                <a:rPr lang="en-BR" sz="700" b="1"/>
                <a:t>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73A4490-1651-F307-AC99-42EFEC3E0B58}"/>
                </a:ext>
              </a:extLst>
            </p:cNvPr>
            <p:cNvSpPr txBox="1"/>
            <p:nvPr/>
          </p:nvSpPr>
          <p:spPr>
            <a:xfrm>
              <a:off x="5528769" y="4975854"/>
              <a:ext cx="133630" cy="146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1000"/>
                </a:spcAft>
              </a:pPr>
              <a:r>
                <a:rPr lang="en-BR" sz="7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F7EF0BE-4524-D19F-4D5F-E052F3DD02D1}"/>
                </a:ext>
              </a:extLst>
            </p:cNvPr>
            <p:cNvSpPr txBox="1"/>
            <p:nvPr/>
          </p:nvSpPr>
          <p:spPr>
            <a:xfrm>
              <a:off x="5344619" y="4975854"/>
              <a:ext cx="133630" cy="146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1000"/>
                </a:spcAft>
              </a:pPr>
              <a:r>
                <a:rPr lang="en-BR" sz="700" b="1"/>
                <a:t>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26EF8DB-49A5-9160-3AAF-5A4AD0213773}"/>
                </a:ext>
              </a:extLst>
            </p:cNvPr>
            <p:cNvSpPr txBox="1"/>
            <p:nvPr/>
          </p:nvSpPr>
          <p:spPr>
            <a:xfrm>
              <a:off x="5700612" y="5207403"/>
              <a:ext cx="133630" cy="146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1000"/>
                </a:spcAft>
              </a:pPr>
              <a:r>
                <a:rPr lang="en-BR" sz="700" b="1"/>
                <a:t>6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2A25BDA-3C98-EB78-9AA4-5C38A217A686}"/>
                </a:ext>
              </a:extLst>
            </p:cNvPr>
            <p:cNvSpPr txBox="1"/>
            <p:nvPr/>
          </p:nvSpPr>
          <p:spPr>
            <a:xfrm>
              <a:off x="5883492" y="4974073"/>
              <a:ext cx="133630" cy="14605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1000"/>
                </a:spcAft>
              </a:pPr>
              <a:r>
                <a:rPr lang="en-BR" sz="7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8CA73B6-2AB9-5DF2-BC2A-743A4322C545}"/>
                </a:ext>
              </a:extLst>
            </p:cNvPr>
            <p:cNvSpPr txBox="1"/>
            <p:nvPr/>
          </p:nvSpPr>
          <p:spPr>
            <a:xfrm>
              <a:off x="6053760" y="4980380"/>
              <a:ext cx="133630" cy="146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1000"/>
                </a:spcAft>
              </a:pPr>
              <a:r>
                <a:rPr lang="en-BR" sz="700" b="1"/>
                <a:t>8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E3C708C-85EA-27D2-89A6-FA1D120B8C66}"/>
                </a:ext>
              </a:extLst>
            </p:cNvPr>
            <p:cNvSpPr txBox="1"/>
            <p:nvPr/>
          </p:nvSpPr>
          <p:spPr>
            <a:xfrm>
              <a:off x="4969984" y="4124151"/>
              <a:ext cx="1790857" cy="4517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050">
                  <a:solidFill>
                    <a:schemeClr val="tx2"/>
                  </a:solidFill>
                </a:rPr>
                <a:t>Use the </a:t>
              </a:r>
              <a:r>
                <a:rPr lang="en-US" sz="1050" b="1">
                  <a:solidFill>
                    <a:schemeClr val="tx2"/>
                  </a:solidFill>
                </a:rPr>
                <a:t>numbered swatches</a:t>
              </a:r>
              <a:r>
                <a:rPr lang="en-US" sz="1050">
                  <a:solidFill>
                    <a:schemeClr val="tx2"/>
                  </a:solidFill>
                </a:rPr>
                <a:t> below to choose the correct </a:t>
              </a:r>
              <a:r>
                <a:rPr lang="en-US" sz="1050" err="1">
                  <a:solidFill>
                    <a:schemeClr val="tx2"/>
                  </a:solidFill>
                </a:rPr>
                <a:t>colour</a:t>
              </a:r>
              <a:r>
                <a:rPr lang="en-US" sz="1050">
                  <a:solidFill>
                    <a:schemeClr val="tx2"/>
                  </a:solidFill>
                </a:rPr>
                <a:t> on the palette.</a:t>
              </a:r>
              <a:endParaRPr lang="en-BR" sz="1050">
                <a:solidFill>
                  <a:schemeClr val="tx2"/>
                </a:solidFill>
              </a:endParaRPr>
            </a:p>
          </p:txBody>
        </p:sp>
      </p:grp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CB7B4356-B539-96DA-6F4D-54A4342E70CC}"/>
              </a:ext>
            </a:extLst>
          </p:cNvPr>
          <p:cNvSpPr/>
          <p:nvPr/>
        </p:nvSpPr>
        <p:spPr>
          <a:xfrm>
            <a:off x="5044390" y="5159729"/>
            <a:ext cx="2027753" cy="408921"/>
          </a:xfrm>
          <a:prstGeom prst="roundRect">
            <a:avLst>
              <a:gd name="adj" fmla="val 16585"/>
            </a:avLst>
          </a:prstGeom>
          <a:gradFill>
            <a:gsLst>
              <a:gs pos="100000">
                <a:schemeClr val="bg1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GB" sz="1000" b="1">
                <a:solidFill>
                  <a:schemeClr val="tx1"/>
                </a:solidFill>
              </a:rPr>
              <a:t>Soft Turquoise Gradient</a:t>
            </a:r>
          </a:p>
          <a:p>
            <a:pPr algn="ctr">
              <a:spcBef>
                <a:spcPts val="200"/>
              </a:spcBef>
            </a:pPr>
            <a:r>
              <a:rPr lang="en-US" sz="800">
                <a:solidFill>
                  <a:schemeClr val="tx1"/>
                </a:solidFill>
              </a:rPr>
              <a:t>Turquoise → White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FE07D180-13A3-6B79-41E7-811BCC216EBD}"/>
              </a:ext>
            </a:extLst>
          </p:cNvPr>
          <p:cNvSpPr/>
          <p:nvPr/>
        </p:nvSpPr>
        <p:spPr>
          <a:xfrm>
            <a:off x="5044390" y="5634543"/>
            <a:ext cx="2027753" cy="408920"/>
          </a:xfrm>
          <a:prstGeom prst="roundRect">
            <a:avLst>
              <a:gd name="adj" fmla="val 16585"/>
            </a:avLst>
          </a:prstGeom>
          <a:gradFill>
            <a:gsLst>
              <a:gs pos="100000">
                <a:schemeClr val="bg1"/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GB" sz="1000" b="1">
                <a:solidFill>
                  <a:schemeClr val="tx1"/>
                </a:solidFill>
              </a:rPr>
              <a:t>Soft Sky Gradient</a:t>
            </a:r>
          </a:p>
          <a:p>
            <a:pPr algn="ctr">
              <a:spcBef>
                <a:spcPts val="200"/>
              </a:spcBef>
            </a:pPr>
            <a:r>
              <a:rPr lang="en-US" sz="800">
                <a:solidFill>
                  <a:schemeClr val="tx1"/>
                </a:solidFill>
              </a:rPr>
              <a:t>Sky Blue → White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5A3834-DC8E-E7E2-CA75-B4E91B319B4F}"/>
              </a:ext>
            </a:extLst>
          </p:cNvPr>
          <p:cNvSpPr txBox="1"/>
          <p:nvPr/>
        </p:nvSpPr>
        <p:spPr>
          <a:xfrm>
            <a:off x="5043953" y="3418511"/>
            <a:ext cx="1989394" cy="2724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BR" sz="1600" b="1">
                <a:solidFill>
                  <a:schemeClr val="tx2"/>
                </a:solidFill>
              </a:rPr>
              <a:t>Gradients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5350F70-F6A0-C92C-03CC-337F673D5B92}"/>
              </a:ext>
            </a:extLst>
          </p:cNvPr>
          <p:cNvSpPr txBox="1"/>
          <p:nvPr/>
        </p:nvSpPr>
        <p:spPr>
          <a:xfrm>
            <a:off x="5047240" y="3786916"/>
            <a:ext cx="3643507" cy="3629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050">
                <a:solidFill>
                  <a:schemeClr val="tx2"/>
                </a:solidFill>
              </a:rPr>
              <a:t>Use only for </a:t>
            </a:r>
            <a:r>
              <a:rPr lang="en-US" sz="1050" b="1">
                <a:solidFill>
                  <a:schemeClr val="accent1"/>
                </a:solidFill>
              </a:rPr>
              <a:t>backgrounds or subtle accents.</a:t>
            </a:r>
            <a:br>
              <a:rPr lang="en-US" sz="1050" b="1">
                <a:solidFill>
                  <a:schemeClr val="accent1"/>
                </a:solidFill>
              </a:rPr>
            </a:br>
            <a:r>
              <a:rPr lang="en-US" sz="1050">
                <a:solidFill>
                  <a:schemeClr val="tx2"/>
                </a:solidFill>
              </a:rPr>
              <a:t>Avoid applying behind text. Stick to approved combinations.</a:t>
            </a:r>
            <a:endParaRPr lang="en-BR" sz="105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3E1EC-2897-B133-B38D-336224F500F5}"/>
              </a:ext>
            </a:extLst>
          </p:cNvPr>
          <p:cNvSpPr txBox="1"/>
          <p:nvPr/>
        </p:nvSpPr>
        <p:spPr>
          <a:xfrm>
            <a:off x="393290" y="275303"/>
            <a:ext cx="5436835" cy="6496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s-CO" dirty="0" err="1"/>
              <a:t>Slides</a:t>
            </a:r>
            <a:r>
              <a:rPr lang="es-CO" dirty="0"/>
              <a:t> de referencia – No Editar</a:t>
            </a:r>
          </a:p>
        </p:txBody>
      </p:sp>
    </p:spTree>
    <p:extLst>
      <p:ext uri="{BB962C8B-B14F-4D97-AF65-F5344CB8AC3E}">
        <p14:creationId xmlns:p14="http://schemas.microsoft.com/office/powerpoint/2010/main" val="2164256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462E95-0CFF-6BB9-108F-DEBBD72E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1788BCB-B076-0386-D19F-080B10852E74}"/>
              </a:ext>
            </a:extLst>
          </p:cNvPr>
          <p:cNvSpPr/>
          <p:nvPr/>
        </p:nvSpPr>
        <p:spPr>
          <a:xfrm>
            <a:off x="8599584" y="776425"/>
            <a:ext cx="3085822" cy="2378144"/>
          </a:xfrm>
          <a:prstGeom prst="roundRect">
            <a:avLst>
              <a:gd name="adj" fmla="val 9343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76000" tIns="45720" rIns="25199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2400"/>
              </a:spcBef>
            </a:pPr>
            <a:r>
              <a:rPr lang="en-US" sz="1100">
                <a:solidFill>
                  <a:schemeClr val="tx2"/>
                </a:solidFill>
              </a:rPr>
              <a:t>Keep </a:t>
            </a:r>
            <a:r>
              <a:rPr lang="en-US" sz="1100" b="1">
                <a:solidFill>
                  <a:schemeClr val="tx2"/>
                </a:solidFill>
              </a:rPr>
              <a:t>1.0x line </a:t>
            </a:r>
            <a:br>
              <a:rPr lang="en-US" sz="1100" b="1">
                <a:solidFill>
                  <a:schemeClr val="tx2"/>
                </a:solidFill>
              </a:rPr>
            </a:br>
            <a:r>
              <a:rPr lang="en-US" sz="1100" b="1">
                <a:solidFill>
                  <a:schemeClr val="tx2"/>
                </a:solidFill>
              </a:rPr>
              <a:t>spacing</a:t>
            </a:r>
            <a:r>
              <a:rPr lang="en-US" sz="1100">
                <a:solidFill>
                  <a:schemeClr val="tx2"/>
                </a:solidFill>
              </a:rPr>
              <a:t> for readability</a:t>
            </a:r>
          </a:p>
          <a:p>
            <a:pPr>
              <a:spcBef>
                <a:spcPts val="2400"/>
              </a:spcBef>
            </a:pPr>
            <a:r>
              <a:rPr lang="en-US" sz="1100">
                <a:solidFill>
                  <a:schemeClr val="tx2"/>
                </a:solidFill>
              </a:rPr>
              <a:t>Add </a:t>
            </a:r>
            <a:r>
              <a:rPr lang="en-US" sz="1100" b="1">
                <a:solidFill>
                  <a:schemeClr val="tx2"/>
                </a:solidFill>
              </a:rPr>
              <a:t>space between paragraphs</a:t>
            </a:r>
            <a:r>
              <a:rPr lang="en-US" sz="1100">
                <a:solidFill>
                  <a:schemeClr val="tx2"/>
                </a:solidFill>
              </a:rPr>
              <a:t>, don’t just hit Enter</a:t>
            </a:r>
            <a:br>
              <a:rPr lang="en-US" sz="1100">
                <a:solidFill>
                  <a:schemeClr val="tx2"/>
                </a:solidFill>
              </a:rPr>
            </a:br>
            <a:endParaRPr lang="en-US" sz="1100">
              <a:solidFill>
                <a:schemeClr val="tx2"/>
              </a:solidFill>
            </a:endParaRPr>
          </a:p>
          <a:p>
            <a:pPr>
              <a:spcBef>
                <a:spcPts val="2400"/>
              </a:spcBef>
            </a:pPr>
            <a:r>
              <a:rPr lang="en-US" sz="1100">
                <a:solidFill>
                  <a:schemeClr val="tx2"/>
                </a:solidFill>
              </a:rPr>
              <a:t>Align Text to the left </a:t>
            </a:r>
            <a:br>
              <a:rPr lang="en-US" sz="1100">
                <a:solidFill>
                  <a:schemeClr val="tx2"/>
                </a:solidFill>
              </a:rPr>
            </a:br>
            <a:r>
              <a:rPr lang="en-US" sz="1100">
                <a:solidFill>
                  <a:schemeClr val="tx2"/>
                </a:solidFill>
              </a:rPr>
              <a:t>when possible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D6DFFAA-0998-B22E-D428-01B761BBA6FD}"/>
              </a:ext>
            </a:extLst>
          </p:cNvPr>
          <p:cNvSpPr/>
          <p:nvPr/>
        </p:nvSpPr>
        <p:spPr>
          <a:xfrm>
            <a:off x="4585689" y="776425"/>
            <a:ext cx="4390036" cy="2378144"/>
          </a:xfrm>
          <a:prstGeom prst="roundRect">
            <a:avLst>
              <a:gd name="adj" fmla="val 9343"/>
            </a:avLst>
          </a:prstGeom>
          <a:solidFill>
            <a:schemeClr val="bg1"/>
          </a:solidFill>
          <a:ln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A3200-5D91-35A6-61B5-940D1A66A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776" y="2882675"/>
            <a:ext cx="3176457" cy="1461939"/>
          </a:xfrm>
        </p:spPr>
        <p:txBody>
          <a:bodyPr/>
          <a:lstStyle/>
          <a:p>
            <a:r>
              <a:rPr lang="en-US"/>
              <a:t>Use brand-approved fonts and styles to ensure consistency and readability across all presentations.</a:t>
            </a:r>
          </a:p>
          <a:p>
            <a:r>
              <a:rPr lang="en-US"/>
              <a:t>Stick to the recommended sizes, weights and alignments.</a:t>
            </a:r>
            <a:endParaRPr lang="en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77FC3-C5D5-1930-DA98-BD0A4C00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76" y="1674015"/>
            <a:ext cx="3105681" cy="984885"/>
          </a:xfrm>
        </p:spPr>
        <p:txBody>
          <a:bodyPr/>
          <a:lstStyle/>
          <a:p>
            <a:r>
              <a:rPr lang="en-US" sz="3200"/>
              <a:t>Text &amp; Layout Guidelines</a:t>
            </a:r>
            <a:endParaRPr lang="en-BR" sz="3200" b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128446-9E65-AA91-9CB6-67B70636256E}"/>
              </a:ext>
            </a:extLst>
          </p:cNvPr>
          <p:cNvSpPr/>
          <p:nvPr/>
        </p:nvSpPr>
        <p:spPr>
          <a:xfrm>
            <a:off x="914776" y="1148717"/>
            <a:ext cx="384691" cy="38469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10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BAFB4-0970-94DD-9447-F6B9DE6046E0}"/>
              </a:ext>
            </a:extLst>
          </p:cNvPr>
          <p:cNvSpPr txBox="1"/>
          <p:nvPr/>
        </p:nvSpPr>
        <p:spPr>
          <a:xfrm>
            <a:off x="4928731" y="1375403"/>
            <a:ext cx="3670852" cy="818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000"/>
              </a:spcAft>
            </a:pPr>
            <a:r>
              <a:rPr lang="en-BR" sz="2400" b="1">
                <a:solidFill>
                  <a:schemeClr val="tx2"/>
                </a:solidFill>
              </a:rPr>
              <a:t>Use Arial Bold for Titles and highlight 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2F995-2BE6-071B-F6FB-89323348D6E4}"/>
              </a:ext>
            </a:extLst>
          </p:cNvPr>
          <p:cNvSpPr txBox="1"/>
          <p:nvPr/>
        </p:nvSpPr>
        <p:spPr>
          <a:xfrm>
            <a:off x="4928730" y="2182878"/>
            <a:ext cx="4147931" cy="2919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BR">
                <a:solidFill>
                  <a:schemeClr val="tx2"/>
                </a:solidFill>
              </a:rPr>
              <a:t>Use Arial Regular for copy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D49A1-75E7-B485-652A-D463BD913AFB}"/>
              </a:ext>
            </a:extLst>
          </p:cNvPr>
          <p:cNvSpPr txBox="1"/>
          <p:nvPr/>
        </p:nvSpPr>
        <p:spPr>
          <a:xfrm>
            <a:off x="4928730" y="2657477"/>
            <a:ext cx="2341109" cy="2737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n-BR" sz="1200">
                <a:solidFill>
                  <a:schemeClr val="tx2"/>
                </a:solidFill>
              </a:rPr>
              <a:t>And </a:t>
            </a:r>
            <a:r>
              <a:rPr lang="en-BR" sz="1200" i="1">
                <a:solidFill>
                  <a:schemeClr val="tx2"/>
                </a:solidFill>
              </a:rPr>
              <a:t>Italic</a:t>
            </a:r>
            <a:r>
              <a:rPr lang="en-BR" sz="1200">
                <a:solidFill>
                  <a:schemeClr val="tx2"/>
                </a:solidFill>
              </a:rPr>
              <a:t> just for small information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98B3122-8286-5B35-143C-C0A2D755A9E8}"/>
              </a:ext>
            </a:extLst>
          </p:cNvPr>
          <p:cNvSpPr/>
          <p:nvPr/>
        </p:nvSpPr>
        <p:spPr>
          <a:xfrm>
            <a:off x="4928730" y="984456"/>
            <a:ext cx="1272610" cy="299602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050">
                <a:solidFill>
                  <a:schemeClr val="tx2"/>
                </a:solidFill>
              </a:rPr>
              <a:t>Recommendation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69E4B6D-3E2F-C631-71D1-2E9C49EAF2D3}"/>
              </a:ext>
            </a:extLst>
          </p:cNvPr>
          <p:cNvSpPr/>
          <p:nvPr/>
        </p:nvSpPr>
        <p:spPr>
          <a:xfrm>
            <a:off x="7612135" y="1799789"/>
            <a:ext cx="787695" cy="2996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050" b="1">
                <a:solidFill>
                  <a:schemeClr val="tx1"/>
                </a:solidFill>
              </a:rPr>
              <a:t>Title</a:t>
            </a:r>
            <a:r>
              <a:rPr lang="en-BR" sz="1050">
                <a:solidFill>
                  <a:schemeClr val="tx1"/>
                </a:solidFill>
              </a:rPr>
              <a:t> 24pt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DC9B879-3439-7D62-754F-204D9E52D66D}"/>
              </a:ext>
            </a:extLst>
          </p:cNvPr>
          <p:cNvSpPr/>
          <p:nvPr/>
        </p:nvSpPr>
        <p:spPr>
          <a:xfrm>
            <a:off x="7701345" y="2230324"/>
            <a:ext cx="1040456" cy="2996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050" b="1">
                <a:solidFill>
                  <a:schemeClr val="tx1"/>
                </a:solidFill>
              </a:rPr>
              <a:t>Subtitle</a:t>
            </a:r>
            <a:r>
              <a:rPr lang="en-BR" sz="1050">
                <a:solidFill>
                  <a:schemeClr val="tx1"/>
                </a:solidFill>
              </a:rPr>
              <a:t> 18pt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A3C9AF9-3A7C-3417-100F-4EDE11690618}"/>
              </a:ext>
            </a:extLst>
          </p:cNvPr>
          <p:cNvSpPr/>
          <p:nvPr/>
        </p:nvSpPr>
        <p:spPr>
          <a:xfrm>
            <a:off x="7354674" y="2617957"/>
            <a:ext cx="891452" cy="2996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050" b="1">
                <a:solidFill>
                  <a:schemeClr val="tx1"/>
                </a:solidFill>
              </a:rPr>
              <a:t>Copy</a:t>
            </a:r>
            <a:r>
              <a:rPr lang="en-BR" sz="1050">
                <a:solidFill>
                  <a:schemeClr val="tx1"/>
                </a:solidFill>
              </a:rPr>
              <a:t> 12pt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3375AE-EEF6-6511-3EFB-5F4FB31D663B}"/>
              </a:ext>
            </a:extLst>
          </p:cNvPr>
          <p:cNvGrpSpPr/>
          <p:nvPr/>
        </p:nvGrpSpPr>
        <p:grpSpPr>
          <a:xfrm>
            <a:off x="9241864" y="1571538"/>
            <a:ext cx="2279659" cy="857108"/>
            <a:chOff x="9454895" y="1474979"/>
            <a:chExt cx="1636776" cy="85710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0B616C-10ED-C11C-6C9E-942AD1047FD4}"/>
                </a:ext>
              </a:extLst>
            </p:cNvPr>
            <p:cNvCxnSpPr/>
            <p:nvPr/>
          </p:nvCxnSpPr>
          <p:spPr>
            <a:xfrm>
              <a:off x="9454895" y="1474979"/>
              <a:ext cx="1636776" cy="0"/>
            </a:xfrm>
            <a:prstGeom prst="line">
              <a:avLst/>
            </a:prstGeom>
            <a:ln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307E3CC-F783-6895-ADBF-8C87A0A93C9F}"/>
                </a:ext>
              </a:extLst>
            </p:cNvPr>
            <p:cNvCxnSpPr/>
            <p:nvPr/>
          </p:nvCxnSpPr>
          <p:spPr>
            <a:xfrm>
              <a:off x="9454895" y="2332087"/>
              <a:ext cx="1636776" cy="0"/>
            </a:xfrm>
            <a:prstGeom prst="line">
              <a:avLst/>
            </a:prstGeom>
            <a:ln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D665C28-87D6-4649-8BF6-5580DD28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199" y="2529926"/>
            <a:ext cx="406400" cy="368300"/>
          </a:xfrm>
          <a:prstGeom prst="round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F1A2DE-E7A6-F468-E12B-13147249EE8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59"/>
          <a:stretch>
            <a:fillRect/>
          </a:stretch>
        </p:blipFill>
        <p:spPr>
          <a:xfrm>
            <a:off x="10896891" y="1049725"/>
            <a:ext cx="477078" cy="393700"/>
          </a:xfrm>
          <a:prstGeom prst="round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EC5137-141F-06CE-1DEB-929951DCAA4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"/>
          <a:stretch>
            <a:fillRect/>
          </a:stretch>
        </p:blipFill>
        <p:spPr>
          <a:xfrm>
            <a:off x="9244220" y="2115422"/>
            <a:ext cx="1137475" cy="195209"/>
          </a:xfrm>
          <a:prstGeom prst="roundRect">
            <a:avLst/>
          </a:prstGeom>
          <a:solidFill>
            <a:schemeClr val="bg1"/>
          </a:solidFill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38A7D74-ED08-988D-3685-2661D0E4962A}"/>
              </a:ext>
            </a:extLst>
          </p:cNvPr>
          <p:cNvSpPr/>
          <p:nvPr/>
        </p:nvSpPr>
        <p:spPr>
          <a:xfrm>
            <a:off x="10479834" y="2120146"/>
            <a:ext cx="1006353" cy="1904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700" b="1">
                <a:solidFill>
                  <a:schemeClr val="tx1"/>
                </a:solidFill>
              </a:rPr>
              <a:t>Spacing | </a:t>
            </a:r>
            <a:r>
              <a:rPr lang="en-BR" sz="700">
                <a:solidFill>
                  <a:schemeClr val="tx1"/>
                </a:solidFill>
              </a:rPr>
              <a:t>Before: 6pt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30891FB-D27F-A601-14D1-E7A4E6AB5EE3}"/>
              </a:ext>
            </a:extLst>
          </p:cNvPr>
          <p:cNvSpPr/>
          <p:nvPr/>
        </p:nvSpPr>
        <p:spPr>
          <a:xfrm>
            <a:off x="4585688" y="3496065"/>
            <a:ext cx="2275411" cy="2376487"/>
          </a:xfrm>
          <a:prstGeom prst="roundRect">
            <a:avLst>
              <a:gd name="adj" fmla="val 11695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400"/>
              </a:spcBef>
            </a:pPr>
            <a:r>
              <a:rPr lang="en-US" sz="1600" b="1">
                <a:solidFill>
                  <a:schemeClr val="tx2"/>
                </a:solidFill>
              </a:rPr>
              <a:t>Margins &amp; </a:t>
            </a:r>
            <a:br>
              <a:rPr lang="en-US" sz="1600" b="1">
                <a:solidFill>
                  <a:schemeClr val="tx2"/>
                </a:solidFill>
              </a:rPr>
            </a:br>
            <a:r>
              <a:rPr lang="en-US" sz="1600" b="1">
                <a:solidFill>
                  <a:schemeClr val="tx2"/>
                </a:solidFill>
              </a:rPr>
              <a:t>white space</a:t>
            </a:r>
          </a:p>
          <a:p>
            <a:pPr>
              <a:spcBef>
                <a:spcPts val="400"/>
              </a:spcBef>
            </a:pPr>
            <a:r>
              <a:rPr lang="en-US" sz="1100">
                <a:solidFill>
                  <a:schemeClr val="tx2"/>
                </a:solidFill>
              </a:rPr>
              <a:t>Leave generous space around all content — don’t let text touch edges</a:t>
            </a:r>
          </a:p>
          <a:p>
            <a:pPr>
              <a:spcBef>
                <a:spcPts val="400"/>
              </a:spcBef>
            </a:pPr>
            <a:r>
              <a:rPr lang="en-US" sz="1100">
                <a:solidFill>
                  <a:schemeClr val="tx2"/>
                </a:solidFill>
              </a:rPr>
              <a:t>Avoid overcrowding </a:t>
            </a:r>
            <a:br>
              <a:rPr lang="en-US" sz="1100">
                <a:solidFill>
                  <a:schemeClr val="tx2"/>
                </a:solidFill>
              </a:rPr>
            </a:br>
            <a:r>
              <a:rPr lang="en-US" sz="1100">
                <a:solidFill>
                  <a:schemeClr val="tx2"/>
                </a:solidFill>
              </a:rPr>
              <a:t>the slide</a:t>
            </a:r>
          </a:p>
          <a:p>
            <a:pPr>
              <a:spcBef>
                <a:spcPts val="400"/>
              </a:spcBef>
            </a:pPr>
            <a:r>
              <a:rPr lang="en-US" sz="1100">
                <a:solidFill>
                  <a:schemeClr val="tx2"/>
                </a:solidFill>
              </a:rPr>
              <a:t>One main idea per slide is more effective than many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DDD5421-C4E3-2D96-20F8-E390836E43FE}"/>
              </a:ext>
            </a:extLst>
          </p:cNvPr>
          <p:cNvSpPr/>
          <p:nvPr/>
        </p:nvSpPr>
        <p:spPr>
          <a:xfrm>
            <a:off x="6991779" y="3496065"/>
            <a:ext cx="2275411" cy="2376487"/>
          </a:xfrm>
          <a:prstGeom prst="roundRect">
            <a:avLst>
              <a:gd name="adj" fmla="val 11695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400"/>
              </a:spcBef>
            </a:pPr>
            <a:r>
              <a:rPr lang="en-US" sz="1600" b="1">
                <a:solidFill>
                  <a:schemeClr val="tx2"/>
                </a:solidFill>
              </a:rPr>
              <a:t>Bullet points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Use simple bullet lists (max. 5 per slide)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Keep each point to one line if possible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Use parallel structure (start each point the same way)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E91EC05-99E5-D0CD-2DC8-98AEFED59C7C}"/>
              </a:ext>
            </a:extLst>
          </p:cNvPr>
          <p:cNvSpPr/>
          <p:nvPr/>
        </p:nvSpPr>
        <p:spPr>
          <a:xfrm>
            <a:off x="9409994" y="3496065"/>
            <a:ext cx="2275411" cy="2376487"/>
          </a:xfrm>
          <a:prstGeom prst="roundRect">
            <a:avLst>
              <a:gd name="adj" fmla="val 11695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400"/>
              </a:spcBef>
            </a:pPr>
            <a:r>
              <a:rPr lang="en-US" sz="1600" b="1">
                <a:solidFill>
                  <a:schemeClr val="tx2"/>
                </a:solidFill>
              </a:rPr>
              <a:t>Common mistakes to avoid</a:t>
            </a:r>
          </a:p>
          <a:p>
            <a:pPr marL="228600" indent="-228600">
              <a:spcBef>
                <a:spcPts val="400"/>
              </a:spcBef>
              <a:buFont typeface="+mj-lt"/>
              <a:buAutoNum type="arabicPeriod"/>
            </a:pPr>
            <a:r>
              <a:rPr lang="en-US" sz="1100">
                <a:solidFill>
                  <a:schemeClr val="tx2"/>
                </a:solidFill>
              </a:rPr>
              <a:t>Tiny text below 8pt</a:t>
            </a:r>
          </a:p>
          <a:p>
            <a:pPr marL="228600" indent="-228600">
              <a:spcBef>
                <a:spcPts val="400"/>
              </a:spcBef>
              <a:buFont typeface="+mj-lt"/>
              <a:buAutoNum type="arabicPeriod"/>
            </a:pPr>
            <a:r>
              <a:rPr lang="en-US" sz="1100">
                <a:solidFill>
                  <a:schemeClr val="tx2"/>
                </a:solidFill>
              </a:rPr>
              <a:t>Too many font weights or sizes</a:t>
            </a:r>
          </a:p>
          <a:p>
            <a:pPr marL="228600" indent="-228600">
              <a:spcBef>
                <a:spcPts val="400"/>
              </a:spcBef>
              <a:buFont typeface="+mj-lt"/>
              <a:buAutoNum type="arabicPeriod"/>
            </a:pPr>
            <a:r>
              <a:rPr lang="en-US" sz="1100">
                <a:solidFill>
                  <a:schemeClr val="tx2"/>
                </a:solidFill>
              </a:rPr>
              <a:t>Wall of text without breaks</a:t>
            </a:r>
          </a:p>
          <a:p>
            <a:pPr marL="228600" indent="-228600">
              <a:spcBef>
                <a:spcPts val="400"/>
              </a:spcBef>
              <a:buFont typeface="+mj-lt"/>
              <a:buAutoNum type="arabicPeriod"/>
            </a:pPr>
            <a:r>
              <a:rPr lang="en-US" sz="1100">
                <a:solidFill>
                  <a:schemeClr val="tx2"/>
                </a:solidFill>
              </a:rPr>
              <a:t>Inconsistent alignment across slides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962C7E1-D62B-A4C7-8D66-31EC57A094BD}"/>
              </a:ext>
            </a:extLst>
          </p:cNvPr>
          <p:cNvSpPr/>
          <p:nvPr/>
        </p:nvSpPr>
        <p:spPr>
          <a:xfrm>
            <a:off x="4820452" y="3783752"/>
            <a:ext cx="1798932" cy="1817667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381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086B344-58E2-E986-829B-E0B73FA06D9B}"/>
              </a:ext>
            </a:extLst>
          </p:cNvPr>
          <p:cNvCxnSpPr>
            <a:cxnSpLocks/>
          </p:cNvCxnSpPr>
          <p:nvPr/>
        </p:nvCxnSpPr>
        <p:spPr>
          <a:xfrm>
            <a:off x="6348413" y="3496065"/>
            <a:ext cx="6137" cy="31987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E34C69-C706-6F12-80EC-1534073A5776}"/>
              </a:ext>
            </a:extLst>
          </p:cNvPr>
          <p:cNvSpPr txBox="1"/>
          <p:nvPr/>
        </p:nvSpPr>
        <p:spPr>
          <a:xfrm>
            <a:off x="393290" y="275303"/>
            <a:ext cx="5436835" cy="6496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s-CO" dirty="0" err="1"/>
              <a:t>Slides</a:t>
            </a:r>
            <a:r>
              <a:rPr lang="es-CO" dirty="0"/>
              <a:t> de referencia – No Editar</a:t>
            </a:r>
          </a:p>
        </p:txBody>
      </p:sp>
    </p:spTree>
    <p:extLst>
      <p:ext uri="{BB962C8B-B14F-4D97-AF65-F5344CB8AC3E}">
        <p14:creationId xmlns:p14="http://schemas.microsoft.com/office/powerpoint/2010/main" val="360182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4C812-30AE-CD88-92C4-17EF6150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B76653D-3EF4-26BE-5BE7-5B4AC4B140E6}"/>
              </a:ext>
            </a:extLst>
          </p:cNvPr>
          <p:cNvSpPr/>
          <p:nvPr/>
        </p:nvSpPr>
        <p:spPr>
          <a:xfrm>
            <a:off x="4654841" y="1148717"/>
            <a:ext cx="7125750" cy="2016125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AEBF0-25AF-52D0-09BF-FFA281679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776" y="2882675"/>
            <a:ext cx="3176457" cy="2292935"/>
          </a:xfrm>
        </p:spPr>
        <p:txBody>
          <a:bodyPr/>
          <a:lstStyle/>
          <a:p>
            <a:r>
              <a:rPr lang="en-US"/>
              <a:t>Our brand uses a clean, structured shape system with soft geometry and consistent visual rhythm.</a:t>
            </a:r>
          </a:p>
          <a:p>
            <a:r>
              <a:rPr lang="en-US" b="1"/>
              <a:t>Hexagons, circles, and rounded boxes </a:t>
            </a:r>
            <a:r>
              <a:rPr lang="en-US"/>
              <a:t>are key to our visual identity — always used with care and intention.</a:t>
            </a:r>
            <a:endParaRPr lang="en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FC829-2DC6-92D4-76F4-9C096F8A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76" y="1674015"/>
            <a:ext cx="3176457" cy="943942"/>
          </a:xfrm>
        </p:spPr>
        <p:txBody>
          <a:bodyPr/>
          <a:lstStyle/>
          <a:p>
            <a:r>
              <a:rPr lang="en-US" sz="3200"/>
              <a:t>Shapes &amp; Visual Elements</a:t>
            </a:r>
            <a:endParaRPr lang="en-BR" sz="3200" b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1B095D5-6F56-D879-C0FA-472ACF297F3D}"/>
              </a:ext>
            </a:extLst>
          </p:cNvPr>
          <p:cNvSpPr/>
          <p:nvPr/>
        </p:nvSpPr>
        <p:spPr>
          <a:xfrm>
            <a:off x="914776" y="1148717"/>
            <a:ext cx="384691" cy="38469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100"/>
              <a:t>5</a:t>
            </a:r>
          </a:p>
        </p:txBody>
      </p:sp>
      <p:sp>
        <p:nvSpPr>
          <p:cNvPr id="20" name="Graphic 10">
            <a:extLst>
              <a:ext uri="{FF2B5EF4-FFF2-40B4-BE49-F238E27FC236}">
                <a16:creationId xmlns:a16="http://schemas.microsoft.com/office/drawing/2014/main" id="{4E9BD891-6DDA-EE14-4D18-550DC61268EB}"/>
              </a:ext>
            </a:extLst>
          </p:cNvPr>
          <p:cNvSpPr/>
          <p:nvPr/>
        </p:nvSpPr>
        <p:spPr>
          <a:xfrm>
            <a:off x="4957251" y="1590349"/>
            <a:ext cx="1271441" cy="1132857"/>
          </a:xfrm>
          <a:custGeom>
            <a:avLst/>
            <a:gdLst>
              <a:gd name="connsiteX0" fmla="*/ 2437120 w 3502232"/>
              <a:gd name="connsiteY0" fmla="*/ 0 h 3120496"/>
              <a:gd name="connsiteX1" fmla="*/ 2766193 w 3502232"/>
              <a:gd name="connsiteY1" fmla="*/ 189446 h 3120496"/>
              <a:gd name="connsiteX2" fmla="*/ 3450960 w 3502232"/>
              <a:gd name="connsiteY2" fmla="*/ 1369805 h 3120496"/>
              <a:gd name="connsiteX3" fmla="*/ 3450960 w 3502232"/>
              <a:gd name="connsiteY3" fmla="*/ 1750692 h 3120496"/>
              <a:gd name="connsiteX4" fmla="*/ 2766193 w 3502232"/>
              <a:gd name="connsiteY4" fmla="*/ 2931050 h 3120496"/>
              <a:gd name="connsiteX5" fmla="*/ 2437120 w 3502232"/>
              <a:gd name="connsiteY5" fmla="*/ 3120497 h 3120496"/>
              <a:gd name="connsiteX6" fmla="*/ 1065112 w 3502232"/>
              <a:gd name="connsiteY6" fmla="*/ 3120497 h 3120496"/>
              <a:gd name="connsiteX7" fmla="*/ 736040 w 3502232"/>
              <a:gd name="connsiteY7" fmla="*/ 2931050 h 3120496"/>
              <a:gd name="connsiteX8" fmla="*/ 51272 w 3502232"/>
              <a:gd name="connsiteY8" fmla="*/ 1750597 h 3120496"/>
              <a:gd name="connsiteX9" fmla="*/ 51272 w 3502232"/>
              <a:gd name="connsiteY9" fmla="*/ 1369710 h 3120496"/>
              <a:gd name="connsiteX10" fmla="*/ 736040 w 3502232"/>
              <a:gd name="connsiteY10" fmla="*/ 189446 h 3120496"/>
              <a:gd name="connsiteX11" fmla="*/ 1065112 w 3502232"/>
              <a:gd name="connsiteY11" fmla="*/ 0 h 3120496"/>
              <a:gd name="connsiteX12" fmla="*/ 2437025 w 3502232"/>
              <a:gd name="connsiteY12" fmla="*/ 0 h 312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02232" h="3120496">
                <a:moveTo>
                  <a:pt x="2437120" y="0"/>
                </a:moveTo>
                <a:cubicBezTo>
                  <a:pt x="2572800" y="0"/>
                  <a:pt x="2698210" y="72170"/>
                  <a:pt x="2766193" y="189446"/>
                </a:cubicBezTo>
                <a:lnTo>
                  <a:pt x="3450960" y="1369805"/>
                </a:lnTo>
                <a:cubicBezTo>
                  <a:pt x="3519323" y="1487556"/>
                  <a:pt x="3519323" y="1632846"/>
                  <a:pt x="3450960" y="1750692"/>
                </a:cubicBezTo>
                <a:lnTo>
                  <a:pt x="2766193" y="2931050"/>
                </a:lnTo>
                <a:cubicBezTo>
                  <a:pt x="2698210" y="3048327"/>
                  <a:pt x="2572800" y="3120497"/>
                  <a:pt x="2437120" y="3120497"/>
                </a:cubicBezTo>
                <a:lnTo>
                  <a:pt x="1065112" y="3120497"/>
                </a:lnTo>
                <a:cubicBezTo>
                  <a:pt x="929433" y="3120497"/>
                  <a:pt x="804022" y="3048327"/>
                  <a:pt x="736040" y="2931050"/>
                </a:cubicBezTo>
                <a:lnTo>
                  <a:pt x="51272" y="1750597"/>
                </a:lnTo>
                <a:cubicBezTo>
                  <a:pt x="-17091" y="1632846"/>
                  <a:pt x="-17091" y="1487556"/>
                  <a:pt x="51272" y="1369710"/>
                </a:cubicBezTo>
                <a:lnTo>
                  <a:pt x="736040" y="189446"/>
                </a:lnTo>
                <a:cubicBezTo>
                  <a:pt x="804117" y="72170"/>
                  <a:pt x="929528" y="0"/>
                  <a:pt x="1065112" y="0"/>
                </a:cubicBezTo>
                <a:lnTo>
                  <a:pt x="2437025" y="0"/>
                </a:lnTo>
                <a:close/>
              </a:path>
            </a:pathLst>
          </a:custGeom>
          <a:gradFill>
            <a:gsLst>
              <a:gs pos="32000">
                <a:schemeClr val="accent1"/>
              </a:gs>
              <a:gs pos="82000">
                <a:schemeClr val="accent4"/>
              </a:gs>
              <a:gs pos="0">
                <a:schemeClr val="accent5"/>
              </a:gs>
            </a:gsLst>
            <a:lin ang="3000000" scaled="0"/>
          </a:gradFill>
          <a:ln w="9500" cap="flat">
            <a:noFill/>
            <a:prstDash val="solid"/>
            <a:miter/>
          </a:ln>
          <a:effectLst>
            <a:outerShdw blurRad="381000" sx="102000" sy="102000" algn="ctr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endParaRPr lang="en-BR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91D6B59-1F05-2157-E823-FE3E9F24BE7E}"/>
              </a:ext>
            </a:extLst>
          </p:cNvPr>
          <p:cNvSpPr/>
          <p:nvPr/>
        </p:nvSpPr>
        <p:spPr>
          <a:xfrm>
            <a:off x="7828232" y="1590349"/>
            <a:ext cx="1132856" cy="1132856"/>
          </a:xfrm>
          <a:prstGeom prst="roundRect">
            <a:avLst>
              <a:gd name="adj" fmla="val 1074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1E06C27-83AC-7611-04B4-D5713C6CE10A}"/>
              </a:ext>
            </a:extLst>
          </p:cNvPr>
          <p:cNvSpPr/>
          <p:nvPr/>
        </p:nvSpPr>
        <p:spPr>
          <a:xfrm>
            <a:off x="6462034" y="1590349"/>
            <a:ext cx="1132856" cy="1132856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81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R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0624818-DC14-52D4-A45E-9DA78F0F4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782628"/>
              </p:ext>
            </p:extLst>
          </p:nvPr>
        </p:nvGraphicFramePr>
        <p:xfrm>
          <a:off x="4658263" y="3537680"/>
          <a:ext cx="7125750" cy="2051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250">
                  <a:extLst>
                    <a:ext uri="{9D8B030D-6E8A-4147-A177-3AD203B41FA5}">
                      <a16:colId xmlns:a16="http://schemas.microsoft.com/office/drawing/2014/main" val="3632851125"/>
                    </a:ext>
                  </a:extLst>
                </a:gridCol>
                <a:gridCol w="2375250">
                  <a:extLst>
                    <a:ext uri="{9D8B030D-6E8A-4147-A177-3AD203B41FA5}">
                      <a16:colId xmlns:a16="http://schemas.microsoft.com/office/drawing/2014/main" val="442982335"/>
                    </a:ext>
                  </a:extLst>
                </a:gridCol>
                <a:gridCol w="2375250">
                  <a:extLst>
                    <a:ext uri="{9D8B030D-6E8A-4147-A177-3AD203B41FA5}">
                      <a16:colId xmlns:a16="http://schemas.microsoft.com/office/drawing/2014/main" val="1038152235"/>
                    </a:ext>
                  </a:extLst>
                </a:gridCol>
              </a:tblGrid>
              <a:tr h="294627">
                <a:tc>
                  <a:txBody>
                    <a:bodyPr/>
                    <a:lstStyle/>
                    <a:p>
                      <a:r>
                        <a:rPr lang="en-BR" sz="1400" dirty="0">
                          <a:solidFill>
                            <a:schemeClr val="tx2"/>
                          </a:solidFill>
                        </a:rPr>
                        <a:t>Shape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dirty="0">
                          <a:solidFill>
                            <a:schemeClr val="tx2"/>
                          </a:solidFill>
                        </a:rPr>
                        <a:t>Use for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400" dirty="0">
                          <a:solidFill>
                            <a:schemeClr val="tx2"/>
                          </a:solidFill>
                        </a:rPr>
                        <a:t>Notes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428117"/>
                  </a:ext>
                </a:extLst>
              </a:tr>
              <a:tr h="374917">
                <a:tc>
                  <a:txBody>
                    <a:bodyPr/>
                    <a:lstStyle/>
                    <a:p>
                      <a:r>
                        <a:rPr lang="en-BR" sz="1200" b="1">
                          <a:solidFill>
                            <a:schemeClr val="tx2"/>
                          </a:solidFill>
                        </a:rPr>
                        <a:t>Hexagon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200">
                          <a:solidFill>
                            <a:schemeClr val="tx2"/>
                          </a:solidFill>
                        </a:rPr>
                        <a:t>Visual highlights, icons, 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200">
                          <a:solidFill>
                            <a:schemeClr val="tx2"/>
                          </a:solidFill>
                        </a:rPr>
                        <a:t>Signature shape – use consistently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551917"/>
                  </a:ext>
                </a:extLst>
              </a:tr>
              <a:tr h="374917">
                <a:tc>
                  <a:txBody>
                    <a:bodyPr/>
                    <a:lstStyle/>
                    <a:p>
                      <a:r>
                        <a:rPr lang="en-BR" sz="1200" b="1">
                          <a:solidFill>
                            <a:schemeClr val="tx2"/>
                          </a:solidFill>
                        </a:rPr>
                        <a:t>Circle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200">
                          <a:solidFill>
                            <a:schemeClr val="tx2"/>
                          </a:solidFill>
                        </a:rPr>
                        <a:t>Icons, numbering, simple callouts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200">
                          <a:solidFill>
                            <a:schemeClr val="tx2"/>
                          </a:solidFill>
                        </a:rPr>
                        <a:t>Clean, focused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640630"/>
                  </a:ext>
                </a:extLst>
              </a:tr>
              <a:tr h="374917">
                <a:tc>
                  <a:txBody>
                    <a:bodyPr/>
                    <a:lstStyle/>
                    <a:p>
                      <a:r>
                        <a:rPr lang="en-BR" sz="1200" b="1">
                          <a:solidFill>
                            <a:schemeClr val="tx2"/>
                          </a:solidFill>
                        </a:rPr>
                        <a:t>Rounded Rectangle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200">
                          <a:solidFill>
                            <a:schemeClr val="tx2"/>
                          </a:solidFill>
                        </a:rPr>
                        <a:t>Grouping content, buttons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200">
                          <a:solidFill>
                            <a:schemeClr val="tx2"/>
                          </a:solidFill>
                        </a:rPr>
                        <a:t>Use for layout structure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878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BR" sz="1200" b="1">
                          <a:solidFill>
                            <a:schemeClr val="tx2"/>
                          </a:solidFill>
                        </a:rPr>
                        <a:t>Sharp Rectangle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200">
                          <a:solidFill>
                            <a:schemeClr val="tx2"/>
                          </a:solidFill>
                        </a:rPr>
                        <a:t>Section backgrounds or contrast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BR" sz="1200" dirty="0">
                          <a:solidFill>
                            <a:schemeClr val="tx2"/>
                          </a:solidFill>
                        </a:rPr>
                        <a:t>For strong framing – not decorative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770659"/>
                  </a:ext>
                </a:extLst>
              </a:tr>
            </a:tbl>
          </a:graphicData>
        </a:graphic>
      </p:graphicFrame>
      <p:pic>
        <p:nvPicPr>
          <p:cNvPr id="35" name="Picture 34">
            <a:extLst>
              <a:ext uri="{FF2B5EF4-FFF2-40B4-BE49-F238E27FC236}">
                <a16:creationId xmlns:a16="http://schemas.microsoft.com/office/drawing/2014/main" id="{173F44EF-B0DC-4F61-9536-D2AEF48A43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92071" y="1254687"/>
            <a:ext cx="2373069" cy="1804183"/>
          </a:xfrm>
          <a:prstGeom prst="roundRect">
            <a:avLst>
              <a:gd name="adj" fmla="val 3257"/>
            </a:avLst>
          </a:prstGeom>
          <a:gradFill>
            <a:gsLst>
              <a:gs pos="100000">
                <a:schemeClr val="bg1"/>
              </a:gs>
              <a:gs pos="0">
                <a:schemeClr val="accent1"/>
              </a:gs>
            </a:gsLst>
            <a:lin ang="3000000" scaled="0"/>
          </a:gra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EFADB0-7933-C99B-102A-653B2494EF9A}"/>
              </a:ext>
            </a:extLst>
          </p:cNvPr>
          <p:cNvSpPr txBox="1"/>
          <p:nvPr/>
        </p:nvSpPr>
        <p:spPr>
          <a:xfrm>
            <a:off x="393290" y="275303"/>
            <a:ext cx="5436835" cy="6496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s-CO" dirty="0" err="1"/>
              <a:t>Slides</a:t>
            </a:r>
            <a:r>
              <a:rPr lang="es-CO" dirty="0"/>
              <a:t> de referencia – No Editar</a:t>
            </a:r>
          </a:p>
        </p:txBody>
      </p:sp>
    </p:spTree>
    <p:extLst>
      <p:ext uri="{BB962C8B-B14F-4D97-AF65-F5344CB8AC3E}">
        <p14:creationId xmlns:p14="http://schemas.microsoft.com/office/powerpoint/2010/main" val="233137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FD0EAE8-2E6C-9646-9EBA-E6A07B8039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When adding charts or tables, follow these best practices to make sure your message is clear and accessible:</a:t>
            </a:r>
            <a:endParaRPr lang="en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4DB739-2683-A777-0356-D819FC0C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11376017" cy="369332"/>
          </a:xfrm>
        </p:spPr>
        <p:txBody>
          <a:bodyPr/>
          <a:lstStyle/>
          <a:p>
            <a:r>
              <a:rPr lang="en-US"/>
              <a:t>Data visualization best practices</a:t>
            </a:r>
            <a:endParaRPr lang="en-B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7B25BD-87AA-7C4A-4B5C-7D4ADCCF0A27}"/>
              </a:ext>
            </a:extLst>
          </p:cNvPr>
          <p:cNvGrpSpPr/>
          <p:nvPr/>
        </p:nvGrpSpPr>
        <p:grpSpPr>
          <a:xfrm>
            <a:off x="407988" y="1412183"/>
            <a:ext cx="3523708" cy="4753667"/>
            <a:chOff x="407988" y="2380907"/>
            <a:chExt cx="2805631" cy="378494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1613EDC-8AEC-EA6B-DB5A-275F1ACACFF6}"/>
                </a:ext>
              </a:extLst>
            </p:cNvPr>
            <p:cNvSpPr/>
            <p:nvPr/>
          </p:nvSpPr>
          <p:spPr>
            <a:xfrm>
              <a:off x="407988" y="2380907"/>
              <a:ext cx="2805631" cy="8598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0" tIns="45720" rIns="32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600">
                  <a:solidFill>
                    <a:schemeClr val="tx2"/>
                  </a:solidFill>
                </a:rPr>
                <a:t>Use </a:t>
              </a:r>
              <a:r>
                <a:rPr lang="en-US" sz="1600" err="1">
                  <a:solidFill>
                    <a:schemeClr val="tx2"/>
                  </a:solidFill>
                </a:rPr>
                <a:t>colours</a:t>
              </a:r>
              <a:r>
                <a:rPr lang="en-US" sz="1600">
                  <a:solidFill>
                    <a:schemeClr val="tx2"/>
                  </a:solidFill>
                </a:rPr>
                <a:t> from the official palette</a:t>
              </a:r>
              <a:endParaRPr lang="en-BR" sz="1600">
                <a:solidFill>
                  <a:schemeClr val="tx2"/>
                </a:solidFill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F6123C0-164F-32CF-9099-720B767CFF79}"/>
                </a:ext>
              </a:extLst>
            </p:cNvPr>
            <p:cNvSpPr/>
            <p:nvPr/>
          </p:nvSpPr>
          <p:spPr>
            <a:xfrm>
              <a:off x="407988" y="3355931"/>
              <a:ext cx="2805631" cy="8598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0" tIns="45720" rIns="32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600">
                  <a:solidFill>
                    <a:schemeClr val="tx2"/>
                  </a:solidFill>
                </a:rPr>
                <a:t>Add clear titles and data labels</a:t>
              </a:r>
              <a:endParaRPr lang="en-BR" sz="1600">
                <a:solidFill>
                  <a:schemeClr val="tx2"/>
                </a:solidFill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7FF2FE4-C170-663C-F40A-B7BFE560A5EF}"/>
                </a:ext>
              </a:extLst>
            </p:cNvPr>
            <p:cNvSpPr/>
            <p:nvPr/>
          </p:nvSpPr>
          <p:spPr>
            <a:xfrm>
              <a:off x="407988" y="4330956"/>
              <a:ext cx="2805631" cy="8598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0" tIns="45720" rIns="32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600">
                  <a:solidFill>
                    <a:schemeClr val="tx2"/>
                  </a:solidFill>
                </a:rPr>
                <a:t>Never use more than 6 categories per chart</a:t>
              </a:r>
              <a:endParaRPr lang="en-BR" sz="1600">
                <a:solidFill>
                  <a:schemeClr val="tx2"/>
                </a:solidFill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288E12C-8E35-D584-0795-0F5CF0CF374D}"/>
                </a:ext>
              </a:extLst>
            </p:cNvPr>
            <p:cNvSpPr/>
            <p:nvPr/>
          </p:nvSpPr>
          <p:spPr>
            <a:xfrm>
              <a:off x="407988" y="5305981"/>
              <a:ext cx="2805631" cy="8598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0" tIns="45720" rIns="324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600">
                  <a:solidFill>
                    <a:schemeClr val="tx2"/>
                  </a:solidFill>
                </a:rPr>
                <a:t>Avoid rotating axis labels</a:t>
              </a:r>
              <a:endParaRPr lang="en-BR" sz="1600">
                <a:solidFill>
                  <a:schemeClr val="tx2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4066CB-D7A7-7489-5006-8051965C5DAD}"/>
                </a:ext>
              </a:extLst>
            </p:cNvPr>
            <p:cNvSpPr/>
            <p:nvPr/>
          </p:nvSpPr>
          <p:spPr>
            <a:xfrm>
              <a:off x="554232" y="2660768"/>
              <a:ext cx="300146" cy="30014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05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F72A39-9971-34A4-8D87-AEA42AAF85C6}"/>
                </a:ext>
              </a:extLst>
            </p:cNvPr>
            <p:cNvSpPr/>
            <p:nvPr/>
          </p:nvSpPr>
          <p:spPr>
            <a:xfrm>
              <a:off x="554232" y="3633846"/>
              <a:ext cx="300146" cy="30014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05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B93B8E-7F2B-02A7-CA14-338ACAC402E0}"/>
                </a:ext>
              </a:extLst>
            </p:cNvPr>
            <p:cNvSpPr/>
            <p:nvPr/>
          </p:nvSpPr>
          <p:spPr>
            <a:xfrm>
              <a:off x="554232" y="4602034"/>
              <a:ext cx="300146" cy="30014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05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508D347-5B3F-7E7C-D00F-6F44DA1B1231}"/>
                </a:ext>
              </a:extLst>
            </p:cNvPr>
            <p:cNvSpPr/>
            <p:nvPr/>
          </p:nvSpPr>
          <p:spPr>
            <a:xfrm>
              <a:off x="554232" y="5594828"/>
              <a:ext cx="300146" cy="30014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050">
                  <a:solidFill>
                    <a:schemeClr val="bg1"/>
                  </a:solidFill>
                </a:rPr>
                <a:t>4</a:t>
              </a:r>
            </a:p>
          </p:txBody>
        </p:sp>
      </p:grp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80709C5B-B46B-917D-C65A-60975A0BEE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311297"/>
              </p:ext>
            </p:extLst>
          </p:nvPr>
        </p:nvGraphicFramePr>
        <p:xfrm>
          <a:off x="4114800" y="1412875"/>
          <a:ext cx="4074168" cy="4752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67F3940-DD26-B0DC-2E8D-248FF2494A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311135"/>
              </p:ext>
            </p:extLst>
          </p:nvPr>
        </p:nvGraphicFramePr>
        <p:xfrm>
          <a:off x="8372072" y="1412875"/>
          <a:ext cx="3411941" cy="4752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91B547-8564-D7D7-AACC-AA0D07891D32}"/>
              </a:ext>
            </a:extLst>
          </p:cNvPr>
          <p:cNvSpPr txBox="1"/>
          <p:nvPr/>
        </p:nvSpPr>
        <p:spPr>
          <a:xfrm>
            <a:off x="6951406" y="225324"/>
            <a:ext cx="5436835" cy="6496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lang="es-CO" dirty="0" err="1"/>
              <a:t>Slides</a:t>
            </a:r>
            <a:r>
              <a:rPr lang="es-CO" dirty="0"/>
              <a:t> de referencia – No Editar</a:t>
            </a:r>
          </a:p>
        </p:txBody>
      </p:sp>
    </p:spTree>
    <p:extLst>
      <p:ext uri="{BB962C8B-B14F-4D97-AF65-F5344CB8AC3E}">
        <p14:creationId xmlns:p14="http://schemas.microsoft.com/office/powerpoint/2010/main" val="2107276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B16CF-275B-ACE8-277C-62C1CA7AB1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Usar este formato para separar capítulos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A8EAD2-5FBB-E8D9-0704-3FD962ECAC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6450" y="4601567"/>
            <a:ext cx="5169550" cy="6155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CA51F0-DFD1-F0B0-7337-80C49154EE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72265A2-C817-EBDB-1290-839499DAED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8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C63678C-9D54-2C93-2AA6-78EC121D68E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B16CF-275B-ACE8-277C-62C1CA7AB1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Usar este formato para separar Sub capítulos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31481-25B7-429B-5CE3-51EB30F37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6450" y="4685849"/>
            <a:ext cx="5169550" cy="6155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BB30C-A4C2-B4C7-50E9-B9C5B2A34C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669129-B2AF-AB46-8977-B880687ADF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17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C8F6748-0A15-8D0A-F70B-763458981E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AA78636-299A-811D-1149-3F44DF1E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22818"/>
            <a:ext cx="11376017" cy="738664"/>
          </a:xfrm>
        </p:spPr>
        <p:txBody>
          <a:bodyPr/>
          <a:lstStyle/>
          <a:p>
            <a:r>
              <a:rPr lang="es-CO" dirty="0" err="1"/>
              <a:t>Axión</a:t>
            </a:r>
            <a:r>
              <a:rPr lang="es-CO" dirty="0"/>
              <a:t> es la marca que apalanca el crecimiento en clientes, mientras que </a:t>
            </a:r>
            <a:r>
              <a:rPr lang="es-CO" dirty="0" err="1"/>
              <a:t>Blancox</a:t>
            </a:r>
            <a:r>
              <a:rPr lang="es-CO" dirty="0"/>
              <a:t> y Marca Propia son las marcas que más pierden clientes.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5EB21C8-A990-40FC-9DD9-51C70B1115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6206976"/>
              </p:ext>
            </p:extLst>
          </p:nvPr>
        </p:nvGraphicFramePr>
        <p:xfrm>
          <a:off x="771494" y="1588422"/>
          <a:ext cx="5914441" cy="4178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4D9CA-3B7E-58E5-3F00-2598CE88B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369580"/>
              </p:ext>
            </p:extLst>
          </p:nvPr>
        </p:nvGraphicFramePr>
        <p:xfrm>
          <a:off x="6459793" y="1753085"/>
          <a:ext cx="4673600" cy="370120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24845668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27586449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14783618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837854159"/>
                    </a:ext>
                  </a:extLst>
                </a:gridCol>
              </a:tblGrid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Ventas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 err="1">
                          <a:effectLst/>
                        </a:rPr>
                        <a:t>Unidades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 err="1">
                          <a:effectLst/>
                        </a:rPr>
                        <a:t>Clientes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Gasto </a:t>
                      </a:r>
                      <a:r>
                        <a:rPr lang="en-US" sz="1100" b="1" u="none" strike="noStrike" dirty="0" err="1">
                          <a:effectLst/>
                        </a:rPr>
                        <a:t>por</a:t>
                      </a:r>
                      <a:r>
                        <a:rPr lang="en-US" sz="1100" b="1" u="none" strike="noStrike" dirty="0">
                          <a:effectLst/>
                        </a:rPr>
                        <a:t> </a:t>
                      </a:r>
                      <a:r>
                        <a:rPr lang="en-US" sz="1100" b="1" u="none" strike="noStrike" dirty="0" err="1">
                          <a:effectLst/>
                        </a:rPr>
                        <a:t>Cliente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1570713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$2,174.7 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203,412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97,471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$ 19,363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930923843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$770.5 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67,118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47,308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$ 13,915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280173985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$579.5 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176,543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79,210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$ 5,815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885762796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$301.6 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17,851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12,719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$ 20,383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34216710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$220.8 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19,074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10,441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$ 16,539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29769729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$95.3 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1,354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$ 90,036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87126608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$70.4 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6,566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5,386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$ 11,501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44971931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$61.4 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5,710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3,870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$ 13,642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224351566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$57.5 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2,264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1,406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$ 32,499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3551718"/>
                  </a:ext>
                </a:extLst>
              </a:tr>
              <a:tr h="335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$55.9 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1,379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$ 50,815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883476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086169-C935-64FC-7EA1-506C8C940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686880"/>
              </p:ext>
            </p:extLst>
          </p:nvPr>
        </p:nvGraphicFramePr>
        <p:xfrm>
          <a:off x="6459793" y="2163095"/>
          <a:ext cx="4673600" cy="33410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36987501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79599895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24874919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5513476"/>
                    </a:ext>
                  </a:extLst>
                </a:gridCol>
              </a:tblGrid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+17.9%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+20.3%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+18.1%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-1.4%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6726902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-18.7%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-29.5%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-26.4%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+9.1%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8389634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-16.6%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-25.3%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-24.6%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+11.1%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8454868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+30.7%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-1.8%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-1.3%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+28.1%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8367541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+4.4%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-26.9%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-26.3%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+41.1%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5188838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-8.1%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-36.8%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-28.9%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+26.4%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8085787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-11.9%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-27.2%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-23.0%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+20.6%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2556330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-25.4%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-33.6%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-26.7%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+11.6%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998572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+28.8%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+30.3%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+16.9%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+3.2%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8418011"/>
                  </a:ext>
                </a:extLst>
              </a:tr>
              <a:tr h="334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rgbClr val="FF0000"/>
                          </a:solidFill>
                          <a:effectLst/>
                        </a:rPr>
                        <a:t>-8.1%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+6.0%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+0.8%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-7.1%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1783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037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C8F6748-0A15-8D0A-F70B-763458981E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AA78636-299A-811D-1149-3F44DF1E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3"/>
            <a:ext cx="11376017" cy="738664"/>
          </a:xfrm>
        </p:spPr>
        <p:txBody>
          <a:bodyPr/>
          <a:lstStyle/>
          <a:p>
            <a:r>
              <a:rPr lang="es-CO" dirty="0"/>
              <a:t>Gracias a esto </a:t>
            </a:r>
            <a:r>
              <a:rPr lang="es-CO" dirty="0" err="1"/>
              <a:t>Axión</a:t>
            </a:r>
            <a:r>
              <a:rPr lang="es-CO" dirty="0"/>
              <a:t> gana 7 </a:t>
            </a:r>
            <a:r>
              <a:rPr lang="es-CO" dirty="0" err="1"/>
              <a:t>pts</a:t>
            </a:r>
            <a:r>
              <a:rPr lang="es-CO" dirty="0"/>
              <a:t> de participación y se fortalece como el líder de la categoría, tanto en ventas como </a:t>
            </a:r>
            <a:r>
              <a:rPr lang="es-CO"/>
              <a:t>en unidades.</a:t>
            </a: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0F6F309-7507-4EC3-BC7A-1F4A3EA143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0200634"/>
              </p:ext>
            </p:extLst>
          </p:nvPr>
        </p:nvGraphicFramePr>
        <p:xfrm>
          <a:off x="84827" y="1651397"/>
          <a:ext cx="6732589" cy="3555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4716B6E-4D25-5EE0-1FB8-A9074ADB66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3717391"/>
              </p:ext>
            </p:extLst>
          </p:nvPr>
        </p:nvGraphicFramePr>
        <p:xfrm>
          <a:off x="5496232" y="1533832"/>
          <a:ext cx="6158655" cy="3749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66321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03A017C-F61C-096D-F11A-91CE3B24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BR">
                <a:latin typeface="Arial"/>
                <a:cs typeface="Arial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059804674"/>
      </p:ext>
    </p:extLst>
  </p:cSld>
  <p:clrMapOvr>
    <a:masterClrMapping/>
  </p:clrMapOvr>
</p:sld>
</file>

<file path=ppt/theme/theme1.xml><?xml version="1.0" encoding="utf-8"?>
<a:theme xmlns:a="http://schemas.openxmlformats.org/drawingml/2006/main" name="dunnhumby">
  <a:themeElements>
    <a:clrScheme name="dunnhumby">
      <a:dk1>
        <a:srgbClr val="000000"/>
      </a:dk1>
      <a:lt1>
        <a:srgbClr val="FFFFFF"/>
      </a:lt1>
      <a:dk2>
        <a:srgbClr val="190F47"/>
      </a:dk2>
      <a:lt2>
        <a:srgbClr val="B0E0DD"/>
      </a:lt2>
      <a:accent1>
        <a:srgbClr val="415CC7"/>
      </a:accent1>
      <a:accent2>
        <a:srgbClr val="B02C78"/>
      </a:accent2>
      <a:accent3>
        <a:srgbClr val="FECD00"/>
      </a:accent3>
      <a:accent4>
        <a:srgbClr val="20145F"/>
      </a:accent4>
      <a:accent5>
        <a:srgbClr val="38B2AB"/>
      </a:accent5>
      <a:accent6>
        <a:srgbClr val="B3BEE9"/>
      </a:accent6>
      <a:hlink>
        <a:srgbClr val="415CC7"/>
      </a:hlink>
      <a:folHlink>
        <a:srgbClr val="415CC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gradFill>
            <a:gsLst>
              <a:gs pos="0">
                <a:schemeClr val="accent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</a:ln>
        <a:effectLst/>
      </a:spPr>
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spcBef>
            <a:spcPts val="600"/>
          </a:spcBef>
          <a:defRPr sz="1400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Aft>
            <a:spcPts val="1000"/>
          </a:spcAft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unnhumby_template" id="{22F07368-0762-A349-8FCD-AF1E70943E8F}" vid="{DC500FFE-424C-E14D-8CCA-40CC11A1D5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unnhumby 2">
    <a:dk1>
      <a:srgbClr val="000000"/>
    </a:dk1>
    <a:lt1>
      <a:srgbClr val="FFFFFF"/>
    </a:lt1>
    <a:dk2>
      <a:srgbClr val="20145F"/>
    </a:dk2>
    <a:lt2>
      <a:srgbClr val="B0E0DD"/>
    </a:lt2>
    <a:accent1>
      <a:srgbClr val="415CC7"/>
    </a:accent1>
    <a:accent2>
      <a:srgbClr val="C83288"/>
    </a:accent2>
    <a:accent3>
      <a:srgbClr val="FECD00"/>
    </a:accent3>
    <a:accent4>
      <a:srgbClr val="20145F"/>
    </a:accent4>
    <a:accent5>
      <a:srgbClr val="38B2AB"/>
    </a:accent5>
    <a:accent6>
      <a:srgbClr val="000000"/>
    </a:accent6>
    <a:hlink>
      <a:srgbClr val="415CC7"/>
    </a:hlink>
    <a:folHlink>
      <a:srgbClr val="415CC7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dunnhumby 2 1">
    <a:dk1>
      <a:srgbClr val="000000"/>
    </a:dk1>
    <a:lt1>
      <a:srgbClr val="FFFFFF"/>
    </a:lt1>
    <a:dk2>
      <a:srgbClr val="190F47"/>
    </a:dk2>
    <a:lt2>
      <a:srgbClr val="B0E0DD"/>
    </a:lt2>
    <a:accent1>
      <a:srgbClr val="415CC7"/>
    </a:accent1>
    <a:accent2>
      <a:srgbClr val="C83288"/>
    </a:accent2>
    <a:accent3>
      <a:srgbClr val="FECD00"/>
    </a:accent3>
    <a:accent4>
      <a:srgbClr val="20145F"/>
    </a:accent4>
    <a:accent5>
      <a:srgbClr val="38B2AB"/>
    </a:accent5>
    <a:accent6>
      <a:srgbClr val="000000"/>
    </a:accent6>
    <a:hlink>
      <a:srgbClr val="415CC7"/>
    </a:hlink>
    <a:folHlink>
      <a:srgbClr val="415CC7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unnhumby Team Document" ma:contentTypeID="0x0101001D7E93255B63F544951AFD6245DED3BF003F0C15A7C1FDD44D850DE2321C8D811B" ma:contentTypeVersion="26" ma:contentTypeDescription="Use this content type for Team Site documents" ma:contentTypeScope="" ma:versionID="11c27cd2b445132d7c3188417733a1d7">
  <xsd:schema xmlns:xsd="http://www.w3.org/2001/XMLSchema" xmlns:xs="http://www.w3.org/2001/XMLSchema" xmlns:p="http://schemas.microsoft.com/office/2006/metadata/properties" xmlns:ns2="f143c21b-b536-4d78-bd20-5aa94e8a1bbc" xmlns:ns3="7a8f8eb1-5313-42bc-a8f9-b025d2e32159" targetNamespace="http://schemas.microsoft.com/office/2006/metadata/properties" ma:root="true" ma:fieldsID="9b7b79fa14fd61d9c63c76d4d028561e" ns2:_="" ns3:_="">
    <xsd:import namespace="f143c21b-b536-4d78-bd20-5aa94e8a1bbc"/>
    <xsd:import namespace="7a8f8eb1-5313-42bc-a8f9-b025d2e321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43c21b-b536-4d78-bd20-5aa94e8a1b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4e3c11c5-8ea0-4bf6-a8e6-5dd9c46daf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8f8eb1-5313-42bc-a8f9-b025d2e3215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83e81b7-26b4-4121-91a5-5a8dad8fc76c}" ma:internalName="TaxCatchAll" ma:showField="CatchAllData" ma:web="7a8f8eb1-5313-42bc-a8f9-b025d2e321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43c21b-b536-4d78-bd20-5aa94e8a1bbc">
      <Terms xmlns="http://schemas.microsoft.com/office/infopath/2007/PartnerControls"/>
    </lcf76f155ced4ddcb4097134ff3c332f>
    <TaxCatchAll xmlns="7a8f8eb1-5313-42bc-a8f9-b025d2e321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F7C12B-84F6-4EFA-A7DB-2D334FF45E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43c21b-b536-4d78-bd20-5aa94e8a1bbc"/>
    <ds:schemaRef ds:uri="7a8f8eb1-5313-42bc-a8f9-b025d2e321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9302D2-96CC-488B-9AD0-6125FDCAE0DB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www.w3.org/XML/1998/namespace"/>
    <ds:schemaRef ds:uri="f143c21b-b536-4d78-bd20-5aa94e8a1bbc"/>
    <ds:schemaRef ds:uri="http://schemas.microsoft.com/office/2006/metadata/properties"/>
    <ds:schemaRef ds:uri="http://purl.org/dc/terms/"/>
    <ds:schemaRef ds:uri="http://schemas.openxmlformats.org/package/2006/metadata/core-properties"/>
    <ds:schemaRef ds:uri="7a8f8eb1-5313-42bc-a8f9-b025d2e32159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D82E26A-C25E-4E72-9A1F-D2009EE63C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dunnhumby_template</Template>
  <TotalTime>12</TotalTime>
  <Words>881</Words>
  <Application>Microsoft Office PowerPoint</Application>
  <PresentationFormat>Widescreen</PresentationFormat>
  <Paragraphs>214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dunnhumby</vt:lpstr>
      <vt:lpstr>PowerPoint Presentation</vt:lpstr>
      <vt:lpstr>Using the template correctly</vt:lpstr>
      <vt:lpstr>Colour Palette &amp; Usage</vt:lpstr>
      <vt:lpstr>Text &amp; Layout Guidelines</vt:lpstr>
      <vt:lpstr>Shapes &amp; Visual Elements</vt:lpstr>
      <vt:lpstr>Data visualization best practices</vt:lpstr>
      <vt:lpstr>PowerPoint Presentation</vt:lpstr>
      <vt:lpstr>PowerPoint Presentation</vt:lpstr>
      <vt:lpstr>Axión es la marca que apalanca el crecimiento en clientes, mientras que Blancox y Marca Propia son las marcas que más pierden clientes.</vt:lpstr>
      <vt:lpstr>Gracias a esto Axión gana 7 pts de participación y se fortalece como el líder de la categoría, tanto en ventas como en unidades.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Amaya</dc:creator>
  <cp:lastModifiedBy>Carlos Amaya</cp:lastModifiedBy>
  <cp:revision>1</cp:revision>
  <dcterms:created xsi:type="dcterms:W3CDTF">2026-04-13T21:11:13Z</dcterms:created>
  <dcterms:modified xsi:type="dcterms:W3CDTF">2026-04-18T00:54:09Z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0x0101001D7E93255B63F544951AFD6245DED3BF003F0C15A7C1FDD44D850DE2321C8D811B</vt:lpwstr>
  </property>
  <property fmtid="{D5CDD505-2E9C-101B-9397-08002B2CF9AE}" pid="3" name="Owner">
    <vt:lpwstr/>
  </property>
  <property fmtid="{D5CDD505-2E9C-101B-9397-08002B2CF9AE}" pid="4" name="MediaServiceImageTags">
    <vt:lpwstr/>
  </property>
</Properties>
</file>